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4" r:id="rId2"/>
    <p:sldId id="268" r:id="rId3"/>
    <p:sldId id="269" r:id="rId4"/>
    <p:sldId id="270" r:id="rId5"/>
    <p:sldId id="271" r:id="rId6"/>
    <p:sldId id="272" r:id="rId7"/>
    <p:sldId id="273" r:id="rId8"/>
    <p:sldId id="266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7373"/>
    <a:srgbClr val="52C9BD"/>
    <a:srgbClr val="FEC630"/>
    <a:srgbClr val="52CBBE"/>
    <a:srgbClr val="FF5969"/>
    <a:srgbClr val="00A0A8"/>
    <a:srgbClr val="F0EE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>
      <p:cViewPr varScale="1">
        <p:scale>
          <a:sx n="80" d="100"/>
          <a:sy n="80" d="100"/>
        </p:scale>
        <p:origin x="170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64047-AD0A-4D65-9A03-8BF8030F66B1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786592-71C7-444D-9AE9-E74A2205CE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8716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0364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4677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5361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403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3770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0331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1956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600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6898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6635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7111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DFAF59-80FD-42F8-B77B-6179688B7234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1875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5.svg"/><Relationship Id="rId4" Type="http://schemas.openxmlformats.org/officeDocument/2006/relationships/image" Target="../media/image8.png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9EB0FD16-689C-476C-8309-C7173C257513}"/>
              </a:ext>
            </a:extLst>
          </p:cNvPr>
          <p:cNvSpPr txBox="1"/>
          <p:nvPr/>
        </p:nvSpPr>
        <p:spPr>
          <a:xfrm>
            <a:off x="3843724" y="0"/>
            <a:ext cx="7278915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800" dirty="0">
                <a:solidFill>
                  <a:srgbClr val="FF5969"/>
                </a:solidFill>
                <a:latin typeface="Tw Cen MT" panose="020B0602020104020603" pitchFamily="34" charset="0"/>
              </a:rPr>
              <a:t>WELCOME 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12CB825-EAFB-4901-8C7E-D5477E0D31C8}"/>
              </a:ext>
            </a:extLst>
          </p:cNvPr>
          <p:cNvGrpSpPr/>
          <p:nvPr/>
        </p:nvGrpSpPr>
        <p:grpSpPr>
          <a:xfrm>
            <a:off x="5337187" y="4199131"/>
            <a:ext cx="4140553" cy="451824"/>
            <a:chOff x="4679586" y="878988"/>
            <a:chExt cx="1745757" cy="190500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A88C5CD2-8D88-4E1A-968C-C3E256B4316C}"/>
                </a:ext>
              </a:extLst>
            </p:cNvPr>
            <p:cNvSpPr/>
            <p:nvPr/>
          </p:nvSpPr>
          <p:spPr>
            <a:xfrm>
              <a:off x="4679586" y="878988"/>
              <a:ext cx="190500" cy="19050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9CA212B-3524-454E-9129-17FD0E8983F0}"/>
                </a:ext>
              </a:extLst>
            </p:cNvPr>
            <p:cNvSpPr/>
            <p:nvPr/>
          </p:nvSpPr>
          <p:spPr>
            <a:xfrm>
              <a:off x="4990736" y="878988"/>
              <a:ext cx="190500" cy="190500"/>
            </a:xfrm>
            <a:prstGeom prst="ellipse">
              <a:avLst/>
            </a:prstGeom>
            <a:solidFill>
              <a:srgbClr val="52CB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6487D07D-4424-43AA-9CF5-4A04A38B6C2D}"/>
                </a:ext>
              </a:extLst>
            </p:cNvPr>
            <p:cNvSpPr/>
            <p:nvPr/>
          </p:nvSpPr>
          <p:spPr>
            <a:xfrm>
              <a:off x="5301522" y="878988"/>
              <a:ext cx="190500" cy="190500"/>
            </a:xfrm>
            <a:prstGeom prst="ellipse">
              <a:avLst/>
            </a:prstGeom>
            <a:solidFill>
              <a:srgbClr val="FEC6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51E021E3-C26E-4AB9-81EB-239E3D1BBAB2}"/>
                </a:ext>
              </a:extLst>
            </p:cNvPr>
            <p:cNvSpPr/>
            <p:nvPr/>
          </p:nvSpPr>
          <p:spPr>
            <a:xfrm>
              <a:off x="5612308" y="878988"/>
              <a:ext cx="190500" cy="190500"/>
            </a:xfrm>
            <a:prstGeom prst="ellipse">
              <a:avLst/>
            </a:pr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85AD4D6E-2D38-486B-8F61-738D1E4773C2}"/>
                </a:ext>
              </a:extLst>
            </p:cNvPr>
            <p:cNvSpPr/>
            <p:nvPr/>
          </p:nvSpPr>
          <p:spPr>
            <a:xfrm>
              <a:off x="5923575" y="878988"/>
              <a:ext cx="190500" cy="1905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D88F111D-10A0-4CCB-B20B-B33508AA6193}"/>
                </a:ext>
              </a:extLst>
            </p:cNvPr>
            <p:cNvSpPr/>
            <p:nvPr/>
          </p:nvSpPr>
          <p:spPr>
            <a:xfrm>
              <a:off x="6234843" y="878988"/>
              <a:ext cx="190500" cy="190500"/>
            </a:xfrm>
            <a:prstGeom prst="ellipse">
              <a:avLst/>
            </a:pr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8A16B82-6A3C-46F5-8D32-072FDF89864A}"/>
              </a:ext>
            </a:extLst>
          </p:cNvPr>
          <p:cNvGrpSpPr/>
          <p:nvPr/>
        </p:nvGrpSpPr>
        <p:grpSpPr>
          <a:xfrm>
            <a:off x="-9302800" y="0"/>
            <a:ext cx="12482920" cy="6858000"/>
            <a:chOff x="-290920" y="0"/>
            <a:chExt cx="12482920" cy="6858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F391CEE-E392-4A9D-BD11-6954B994FB42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AC43ACA-5000-40E2-80D3-19833F9F1A3F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E022673-C77C-4E8F-AF41-8B283703E87E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Problem</a:t>
              </a: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E8AD023B-AE8D-405F-90E6-27B0D4707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9A27401-3327-4871-86AC-B461CA62C3AC}"/>
              </a:ext>
            </a:extLst>
          </p:cNvPr>
          <p:cNvGrpSpPr/>
          <p:nvPr/>
        </p:nvGrpSpPr>
        <p:grpSpPr>
          <a:xfrm>
            <a:off x="-8798784" y="0"/>
            <a:ext cx="11447501" cy="6858000"/>
            <a:chOff x="213096" y="0"/>
            <a:chExt cx="11447501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6C029B-A799-4206-A656-A006D8F83990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3328131-EC42-4D6D-A247-91FD3D23E58C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A728384-87ED-4E87-8F78-97EB653FDC67}"/>
                </a:ext>
              </a:extLst>
            </p:cNvPr>
            <p:cNvSpPr txBox="1"/>
            <p:nvPr/>
          </p:nvSpPr>
          <p:spPr>
            <a:xfrm rot="16200000">
              <a:off x="10341391" y="3136612"/>
              <a:ext cx="1992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Objectives</a:t>
              </a: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2B44F548-697F-412D-9B99-861C27246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0099890-786A-4F87-960D-5DADE5168909}"/>
              </a:ext>
            </a:extLst>
          </p:cNvPr>
          <p:cNvGrpSpPr/>
          <p:nvPr/>
        </p:nvGrpSpPr>
        <p:grpSpPr>
          <a:xfrm>
            <a:off x="-7847639" y="0"/>
            <a:ext cx="9961092" cy="6858000"/>
            <a:chOff x="491575" y="0"/>
            <a:chExt cx="9961092" cy="6858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E9AAB1E-3A13-4745-A574-9EE6806378C9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BC0F905-3F71-4932-B130-39D508C4D117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3EC5869-A976-4328-A864-2BB04E7E7BFC}"/>
                </a:ext>
              </a:extLst>
            </p:cNvPr>
            <p:cNvSpPr txBox="1"/>
            <p:nvPr/>
          </p:nvSpPr>
          <p:spPr>
            <a:xfrm rot="16200000">
              <a:off x="9117129" y="3189611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timeline</a:t>
              </a:r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7C8E4AB7-ADC0-4FEE-AE7A-994F5DAD3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E4F6447-6163-4D6A-A8D2-BD63B6CB3A42}"/>
              </a:ext>
            </a:extLst>
          </p:cNvPr>
          <p:cNvGrpSpPr/>
          <p:nvPr/>
        </p:nvGrpSpPr>
        <p:grpSpPr>
          <a:xfrm>
            <a:off x="-7985197" y="0"/>
            <a:ext cx="9574094" cy="6858000"/>
            <a:chOff x="491575" y="0"/>
            <a:chExt cx="9574094" cy="68580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CB8CB55-9DEC-4367-900E-7257FE1B874F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9DBAEDD6-7153-4AFF-BDC7-5A225B4B5642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2F9D37B-DE70-4087-8A7F-BBA0BAF5B6CF}"/>
                </a:ext>
              </a:extLst>
            </p:cNvPr>
            <p:cNvSpPr txBox="1"/>
            <p:nvPr/>
          </p:nvSpPr>
          <p:spPr>
            <a:xfrm rot="16200000">
              <a:off x="8746453" y="3189610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teams</a:t>
              </a:r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6FA13E8D-3FCC-4EC2-BD8C-6CE7CA0EC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71382190-201C-4BAE-91F3-296A26671C96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FD3EE0D-FD02-4885-9AC0-03F414A9888F}"/>
              </a:ext>
            </a:extLst>
          </p:cNvPr>
          <p:cNvGrpSpPr/>
          <p:nvPr/>
        </p:nvGrpSpPr>
        <p:grpSpPr>
          <a:xfrm>
            <a:off x="-7638543" y="-1"/>
            <a:ext cx="8692331" cy="6858000"/>
            <a:chOff x="718505" y="-1"/>
            <a:chExt cx="8692331" cy="685800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0A9D552-2EF0-4DB4-9DC6-F52F2FD55E3C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A27D1F1-923F-4591-A07A-39E775B734F9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E895421-2372-4C7F-93D2-3B0353A6E7BD}"/>
                </a:ext>
              </a:extLst>
            </p:cNvPr>
            <p:cNvSpPr txBox="1"/>
            <p:nvPr/>
          </p:nvSpPr>
          <p:spPr>
            <a:xfrm rot="16200000">
              <a:off x="7093984" y="3281940"/>
              <a:ext cx="4084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Servi</a:t>
              </a:r>
              <a:r>
                <a:rPr lang="en-US" sz="2400" b="1" i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ce</a:t>
              </a:r>
              <a:r>
                <a:rPr lang="en-US" sz="24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 and tech</a:t>
              </a:r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1A9D6167-F7B8-4BFF-8BC5-2D13EF0CF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6789F00-2688-429D-926C-15F83152FDBE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F862AB6-114D-4C6A-B849-5A11B3650265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0105858-8A3E-4676-96A7-18C1A74E36F4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F08704A4-CABE-4989-8BF7-C10A6BB40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3" name="PlaceHolder 1">
            <a:extLst>
              <a:ext uri="{FF2B5EF4-FFF2-40B4-BE49-F238E27FC236}">
                <a16:creationId xmlns:a16="http://schemas.microsoft.com/office/drawing/2014/main" id="{8755CC3F-391B-B2B6-31BB-A9936A8971FA}"/>
              </a:ext>
            </a:extLst>
          </p:cNvPr>
          <p:cNvSpPr txBox="1">
            <a:spLocks/>
          </p:cNvSpPr>
          <p:nvPr/>
        </p:nvSpPr>
        <p:spPr>
          <a:xfrm>
            <a:off x="3530140" y="2043832"/>
            <a:ext cx="8850905" cy="1734241"/>
          </a:xfrm>
          <a:prstGeom prst="rect">
            <a:avLst/>
          </a:prstGeom>
          <a:noFill/>
          <a:ln w="0">
            <a:noFill/>
          </a:ln>
        </p:spPr>
        <p:txBody>
          <a:bodyPr vert="horz" lIns="121920" tIns="121920" rIns="121920" bIns="1219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6533" spc="-1" dirty="0">
                <a:solidFill>
                  <a:schemeClr val="dk1"/>
                </a:solidFill>
                <a:latin typeface="Inter Black"/>
                <a:ea typeface="Inter Black"/>
              </a:rPr>
              <a:t>AI-Based Emotion Detection and Music Recommendation[</a:t>
            </a:r>
            <a:r>
              <a:rPr lang="en" sz="6533" spc="-1" dirty="0">
                <a:solidFill>
                  <a:schemeClr val="dk1"/>
                </a:solidFill>
                <a:latin typeface="Inter Black"/>
              </a:rPr>
              <a:t>Y.M.I.R].</a:t>
            </a:r>
            <a:endParaRPr lang="fr-FR" sz="6533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231" name="PlaceHolder 2"/>
          <p:cNvSpPr txBox="1">
            <a:spLocks/>
          </p:cNvSpPr>
          <p:nvPr/>
        </p:nvSpPr>
        <p:spPr>
          <a:xfrm>
            <a:off x="3770409" y="3500971"/>
            <a:ext cx="7873440" cy="1396320"/>
          </a:xfrm>
          <a:prstGeom prst="rect">
            <a:avLst/>
          </a:prstGeom>
          <a:noFill/>
          <a:ln w="0">
            <a:noFill/>
          </a:ln>
        </p:spPr>
        <p:txBody>
          <a:bodyPr vert="horz" lIns="121920" tIns="121920" rIns="121920" bIns="1219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1867" spc="-1">
                <a:solidFill>
                  <a:schemeClr val="dk1"/>
                </a:solidFill>
                <a:latin typeface="Cabin"/>
                <a:ea typeface="Cabin"/>
              </a:rPr>
              <a:t>An innovative system integrating emotional analysis and music suggestion.</a:t>
            </a:r>
            <a:endParaRPr lang="en-US" sz="1867" spc="-1" dirty="0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FC9BC1-C6AF-CAF1-CD38-5068EF96F0F7}"/>
              </a:ext>
            </a:extLst>
          </p:cNvPr>
          <p:cNvSpPr txBox="1"/>
          <p:nvPr/>
        </p:nvSpPr>
        <p:spPr>
          <a:xfrm rot="16200000">
            <a:off x="-5276128" y="3244333"/>
            <a:ext cx="10977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F0EEF0"/>
                </a:solidFill>
                <a:latin typeface="Tw Cen MT" panose="020B0602020104020603" pitchFamily="34" charset="0"/>
              </a:rPr>
              <a:t>Results and demo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54C28C-E888-DC8A-BD9B-EA3FAAA85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4279" y="5461678"/>
            <a:ext cx="1733727" cy="139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661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6477">
        <p159:morph option="byObject"/>
      </p:transition>
    </mc:Choice>
    <mc:Fallback xmlns="">
      <p:transition spd="med" advTm="6477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066ACF4C-6F8C-46FC-8362-2E05C90EEAFA}"/>
              </a:ext>
            </a:extLst>
          </p:cNvPr>
          <p:cNvGrpSpPr/>
          <p:nvPr/>
        </p:nvGrpSpPr>
        <p:grpSpPr>
          <a:xfrm>
            <a:off x="-274234" y="0"/>
            <a:ext cx="12520297" cy="6858000"/>
            <a:chOff x="-328297" y="0"/>
            <a:chExt cx="12520297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F373113-18F1-4443-9A8E-5EF06C1D2FEA}"/>
                </a:ext>
              </a:extLst>
            </p:cNvPr>
            <p:cNvSpPr/>
            <p:nvPr/>
          </p:nvSpPr>
          <p:spPr>
            <a:xfrm>
              <a:off x="-328297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F99D053-FB83-41F1-B2CB-C10918BC99BC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F4373C1-3934-47C3-8F36-E2FB2615CA87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Problem</a:t>
              </a: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5A5E18E8-5A3E-4F1D-8254-6193AA55C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50C247F-7990-4945-869D-5E2A900F477F}"/>
              </a:ext>
            </a:extLst>
          </p:cNvPr>
          <p:cNvGrpSpPr/>
          <p:nvPr/>
        </p:nvGrpSpPr>
        <p:grpSpPr>
          <a:xfrm>
            <a:off x="-8798784" y="0"/>
            <a:ext cx="12029433" cy="6858000"/>
            <a:chOff x="213096" y="0"/>
            <a:chExt cx="12029433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D2C93AC-EBE3-4E67-A867-76D5D6BEDB10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5DBD2B9-E73C-4AE9-91C9-698379867E98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D6BDC4B-8313-4203-9F42-C28AC214EB64}"/>
                </a:ext>
              </a:extLst>
            </p:cNvPr>
            <p:cNvSpPr txBox="1"/>
            <p:nvPr/>
          </p:nvSpPr>
          <p:spPr>
            <a:xfrm rot="16200000">
              <a:off x="10135963" y="2912607"/>
              <a:ext cx="301280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Objectives</a:t>
              </a:r>
            </a:p>
            <a:p>
              <a:pPr algn="ctr"/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44037FC5-8E34-4772-9A87-813F2AD5E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C916508-F80D-434E-B066-812949E5DB94}"/>
              </a:ext>
            </a:extLst>
          </p:cNvPr>
          <p:cNvGrpSpPr/>
          <p:nvPr/>
        </p:nvGrpSpPr>
        <p:grpSpPr>
          <a:xfrm>
            <a:off x="-7847639" y="0"/>
            <a:ext cx="9961092" cy="6858000"/>
            <a:chOff x="491575" y="0"/>
            <a:chExt cx="9961092" cy="68580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CE9E3B68-B936-49FB-94D8-7AC0076CF488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D3F9516-66C4-44E6-9877-6C0374B5112C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2DF4D80-460D-4455-B80A-3BC0C6A12DA2}"/>
                </a:ext>
              </a:extLst>
            </p:cNvPr>
            <p:cNvSpPr txBox="1"/>
            <p:nvPr/>
          </p:nvSpPr>
          <p:spPr>
            <a:xfrm rot="16200000">
              <a:off x="9117129" y="3189611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timeline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7AB39DAF-3109-4CEA-BD1D-C123179FF8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2B7020D-701A-4EE7-BDA2-CD171993C203}"/>
              </a:ext>
            </a:extLst>
          </p:cNvPr>
          <p:cNvGrpSpPr/>
          <p:nvPr/>
        </p:nvGrpSpPr>
        <p:grpSpPr>
          <a:xfrm>
            <a:off x="-7985197" y="0"/>
            <a:ext cx="9574094" cy="6858000"/>
            <a:chOff x="491575" y="0"/>
            <a:chExt cx="9574094" cy="6858000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B77930A-0489-40A5-B3D7-053D64BD29C4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3ED749F6-F5EB-48BD-A697-16D473CCCFE8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070AD46-78F1-4169-9AE3-EDECC43BD39B}"/>
                </a:ext>
              </a:extLst>
            </p:cNvPr>
            <p:cNvSpPr txBox="1"/>
            <p:nvPr/>
          </p:nvSpPr>
          <p:spPr>
            <a:xfrm rot="16200000">
              <a:off x="8746452" y="3189607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teams</a:t>
              </a:r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22B026A5-B1AC-46D4-AE84-DF77E5A294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371C6EE2-CCA6-4F94-870B-CB9D61CEBE17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0422D8F-B19E-425C-93A8-F750F60A06A7}"/>
              </a:ext>
            </a:extLst>
          </p:cNvPr>
          <p:cNvGrpSpPr/>
          <p:nvPr/>
        </p:nvGrpSpPr>
        <p:grpSpPr>
          <a:xfrm>
            <a:off x="-7638543" y="-1"/>
            <a:ext cx="8692332" cy="6858000"/>
            <a:chOff x="718505" y="-1"/>
            <a:chExt cx="8692332" cy="68580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3278AF09-2D0C-4E81-816C-BC1D04E40DC2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C2E1C67-7A8F-4EB5-AB00-3C754858084E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7795C74-0308-4781-BEE6-B62AE6D17152}"/>
                </a:ext>
              </a:extLst>
            </p:cNvPr>
            <p:cNvSpPr txBox="1"/>
            <p:nvPr/>
          </p:nvSpPr>
          <p:spPr>
            <a:xfrm rot="16200000">
              <a:off x="8091629" y="3189609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45C46027-B464-4ADA-A3B8-14FF4471BA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1D48DDF-B760-4AB3-A520-29238CC2C408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FA696B4D-5BCF-47C3-8B8C-BE87154A63B4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BAAA7B45-7DAF-4C4D-A930-ABA45AC955DD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01F5CFD-7EE1-475C-A36F-330184D5C6EC}"/>
                </a:ext>
              </a:extLst>
            </p:cNvPr>
            <p:cNvSpPr txBox="1"/>
            <p:nvPr/>
          </p:nvSpPr>
          <p:spPr>
            <a:xfrm rot="16200000">
              <a:off x="-1532048" y="3306466"/>
              <a:ext cx="37697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Results and demo</a:t>
              </a: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B9F42291-FBD0-4239-8D69-22035DCB4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2" name="PlaceHolder 1">
            <a:extLst>
              <a:ext uri="{FF2B5EF4-FFF2-40B4-BE49-F238E27FC236}">
                <a16:creationId xmlns:a16="http://schemas.microsoft.com/office/drawing/2014/main" id="{6E36C7B3-3E25-6BF3-A9AE-E425E4AF9782}"/>
              </a:ext>
            </a:extLst>
          </p:cNvPr>
          <p:cNvSpPr txBox="1">
            <a:spLocks/>
          </p:cNvSpPr>
          <p:nvPr/>
        </p:nvSpPr>
        <p:spPr>
          <a:xfrm>
            <a:off x="5357652" y="1715216"/>
            <a:ext cx="8368800" cy="2793600"/>
          </a:xfrm>
          <a:prstGeom prst="rect">
            <a:avLst/>
          </a:prstGeom>
          <a:noFill/>
          <a:ln w="0">
            <a:noFill/>
          </a:ln>
        </p:spPr>
        <p:txBody>
          <a:bodyPr vert="horz" lIns="121920" tIns="121920" rIns="121920" bIns="1219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endParaRPr lang="fr-FR" sz="6533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8" name="PlaceHolder 1">
            <a:extLst>
              <a:ext uri="{FF2B5EF4-FFF2-40B4-BE49-F238E27FC236}">
                <a16:creationId xmlns:a16="http://schemas.microsoft.com/office/drawing/2014/main" id="{0E93C2D3-B9B4-9795-5E57-CF60A2EDD20E}"/>
              </a:ext>
            </a:extLst>
          </p:cNvPr>
          <p:cNvSpPr txBox="1">
            <a:spLocks/>
          </p:cNvSpPr>
          <p:nvPr/>
        </p:nvSpPr>
        <p:spPr>
          <a:xfrm>
            <a:off x="3397502" y="-552541"/>
            <a:ext cx="6476640" cy="1513113"/>
          </a:xfrm>
          <a:prstGeom prst="rect">
            <a:avLst/>
          </a:prstGeom>
          <a:noFill/>
          <a:ln w="0">
            <a:noFill/>
          </a:ln>
        </p:spPr>
        <p:txBody>
          <a:bodyPr lIns="121920" tIns="121920" rIns="121920" bIns="12192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3200" b="1" u="sng"/>
              <a:t>Problem Statement</a:t>
            </a:r>
            <a:endParaRPr lang="fr-FR" sz="3200" b="1" u="sng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9" name="PlaceHolder 2">
            <a:extLst>
              <a:ext uri="{FF2B5EF4-FFF2-40B4-BE49-F238E27FC236}">
                <a16:creationId xmlns:a16="http://schemas.microsoft.com/office/drawing/2014/main" id="{29F4F22C-7BFB-2011-9AB6-9B1FA617979E}"/>
              </a:ext>
            </a:extLst>
          </p:cNvPr>
          <p:cNvSpPr txBox="1">
            <a:spLocks/>
          </p:cNvSpPr>
          <p:nvPr/>
        </p:nvSpPr>
        <p:spPr>
          <a:xfrm>
            <a:off x="3475524" y="1043609"/>
            <a:ext cx="7366414" cy="2297029"/>
          </a:xfrm>
          <a:prstGeom prst="rect">
            <a:avLst/>
          </a:prstGeom>
          <a:noFill/>
          <a:ln w="0">
            <a:noFill/>
          </a:ln>
        </p:spPr>
        <p:txBody>
          <a:bodyPr lIns="121920" tIns="121920" rIns="121920" bIns="1219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1867" b="1" dirty="0"/>
              <a:t>Why Not Just Use a Normal Music App?</a:t>
            </a:r>
            <a:endParaRPr lang="en-US" sz="1867" dirty="0"/>
          </a:p>
          <a:p>
            <a:r>
              <a:rPr lang="en-US" sz="1867" dirty="0"/>
              <a:t>Regular platforms don’t understand how you </a:t>
            </a:r>
            <a:r>
              <a:rPr lang="en-US" sz="1867" b="1" dirty="0"/>
              <a:t>feel</a:t>
            </a:r>
            <a:r>
              <a:rPr lang="en-US" sz="1867" dirty="0"/>
              <a:t>.</a:t>
            </a:r>
          </a:p>
          <a:p>
            <a:r>
              <a:rPr lang="en-US" sz="1867" dirty="0"/>
              <a:t>You must </a:t>
            </a:r>
            <a:r>
              <a:rPr lang="en-US" sz="1867" b="1" dirty="0"/>
              <a:t>manually</a:t>
            </a:r>
            <a:r>
              <a:rPr lang="en-US" sz="1867" dirty="0"/>
              <a:t> choose songs or playlists.</a:t>
            </a:r>
          </a:p>
          <a:p>
            <a:r>
              <a:rPr lang="en-US" sz="1867" dirty="0"/>
              <a:t>No emotional personalization.</a:t>
            </a:r>
          </a:p>
          <a:p>
            <a:r>
              <a:rPr lang="en-US" sz="1867" b="1" dirty="0"/>
              <a:t>Y.M.I.R[Yeilding Music for Internal Restoration]</a:t>
            </a:r>
            <a:r>
              <a:rPr lang="en-US" sz="1867" dirty="0"/>
              <a:t> auto-detects your </a:t>
            </a:r>
            <a:r>
              <a:rPr lang="en-US" sz="1867" b="1" dirty="0"/>
              <a:t>real-time mood</a:t>
            </a:r>
            <a:r>
              <a:rPr lang="en-US" sz="1867" dirty="0"/>
              <a:t> and plays music accordingly — no effort needed.</a:t>
            </a:r>
          </a:p>
          <a:p>
            <a:pPr indent="0">
              <a:lnSpc>
                <a:spcPct val="100000"/>
              </a:lnSpc>
              <a:buFont typeface="Arial" panose="020B0604020202020204" pitchFamily="34" charset="0"/>
              <a:buNone/>
              <a:tabLst>
                <a:tab pos="0" algn="l"/>
              </a:tabLst>
            </a:pPr>
            <a:endParaRPr lang="en-US" sz="1867" spc="-1" dirty="0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7CAE31F-5375-322C-DFDC-DE518C113D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5113" y="3802242"/>
            <a:ext cx="3082080" cy="2786748"/>
          </a:xfrm>
          <a:prstGeom prst="rect">
            <a:avLst/>
          </a:prstGeom>
        </p:spPr>
      </p:pic>
      <p:grpSp>
        <p:nvGrpSpPr>
          <p:cNvPr id="3" name="Google Shape;340;p35">
            <a:extLst>
              <a:ext uri="{FF2B5EF4-FFF2-40B4-BE49-F238E27FC236}">
                <a16:creationId xmlns:a16="http://schemas.microsoft.com/office/drawing/2014/main" id="{8CC1C58A-C17A-0323-F458-D45B3FFBCE5F}"/>
              </a:ext>
            </a:extLst>
          </p:cNvPr>
          <p:cNvGrpSpPr/>
          <p:nvPr/>
        </p:nvGrpSpPr>
        <p:grpSpPr>
          <a:xfrm>
            <a:off x="5563802" y="3481371"/>
            <a:ext cx="3082080" cy="533399"/>
            <a:chOff x="5959800" y="1292400"/>
            <a:chExt cx="2311560" cy="264960"/>
          </a:xfrm>
        </p:grpSpPr>
        <p:sp>
          <p:nvSpPr>
            <p:cNvPr id="4" name="Google Shape;341;p35">
              <a:extLst>
                <a:ext uri="{FF2B5EF4-FFF2-40B4-BE49-F238E27FC236}">
                  <a16:creationId xmlns:a16="http://schemas.microsoft.com/office/drawing/2014/main" id="{A30D887D-30C0-0792-0F30-6F9BD75FF919}"/>
                </a:ext>
              </a:extLst>
            </p:cNvPr>
            <p:cNvSpPr/>
            <p:nvPr/>
          </p:nvSpPr>
          <p:spPr>
            <a:xfrm>
              <a:off x="5959800" y="1292400"/>
              <a:ext cx="2311560" cy="26496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1920" bIns="12192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" name="Google Shape;342;p35">
              <a:extLst>
                <a:ext uri="{FF2B5EF4-FFF2-40B4-BE49-F238E27FC236}">
                  <a16:creationId xmlns:a16="http://schemas.microsoft.com/office/drawing/2014/main" id="{8F353DAD-B104-5EB5-BAAE-D5ED74198A84}"/>
                </a:ext>
              </a:extLst>
            </p:cNvPr>
            <p:cNvSpPr/>
            <p:nvPr/>
          </p:nvSpPr>
          <p:spPr>
            <a:xfrm>
              <a:off x="6043680" y="1356120"/>
              <a:ext cx="137520" cy="13752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0" bIns="6480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" name="Google Shape;343;p35">
              <a:extLst>
                <a:ext uri="{FF2B5EF4-FFF2-40B4-BE49-F238E27FC236}">
                  <a16:creationId xmlns:a16="http://schemas.microsoft.com/office/drawing/2014/main" id="{A7B1FDA2-2728-E745-D811-B8780CDD2C28}"/>
                </a:ext>
              </a:extLst>
            </p:cNvPr>
            <p:cNvSpPr/>
            <p:nvPr/>
          </p:nvSpPr>
          <p:spPr>
            <a:xfrm>
              <a:off x="6242040" y="1356120"/>
              <a:ext cx="137520" cy="13752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0" bIns="6480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" name="Google Shape;344;p35">
              <a:extLst>
                <a:ext uri="{FF2B5EF4-FFF2-40B4-BE49-F238E27FC236}">
                  <a16:creationId xmlns:a16="http://schemas.microsoft.com/office/drawing/2014/main" id="{AA27AA46-EFF7-87B9-6C6E-56DDEDA10895}"/>
                </a:ext>
              </a:extLst>
            </p:cNvPr>
            <p:cNvSpPr/>
            <p:nvPr/>
          </p:nvSpPr>
          <p:spPr>
            <a:xfrm>
              <a:off x="6440400" y="1356120"/>
              <a:ext cx="137520" cy="13752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0" bIns="6480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</p:grpSp>
      <p:pic>
        <p:nvPicPr>
          <p:cNvPr id="22" name="Graphic 21" descr="Treble clef with solid fill">
            <a:extLst>
              <a:ext uri="{FF2B5EF4-FFF2-40B4-BE49-F238E27FC236}">
                <a16:creationId xmlns:a16="http://schemas.microsoft.com/office/drawing/2014/main" id="{61FC338F-7E2C-D90F-BFD3-C458795836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392221">
            <a:off x="2922724" y="4653210"/>
            <a:ext cx="1518633" cy="1518633"/>
          </a:xfrm>
          <a:prstGeom prst="rect">
            <a:avLst/>
          </a:prstGeom>
        </p:spPr>
      </p:pic>
      <p:pic>
        <p:nvPicPr>
          <p:cNvPr id="23" name="Graphic 22" descr="Music notes with solid fill">
            <a:extLst>
              <a:ext uri="{FF2B5EF4-FFF2-40B4-BE49-F238E27FC236}">
                <a16:creationId xmlns:a16="http://schemas.microsoft.com/office/drawing/2014/main" id="{03F666C2-74A5-D29E-AB5D-F5D46F41B7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726648">
            <a:off x="-305857" y="6840368"/>
            <a:ext cx="1417003" cy="1417003"/>
          </a:xfrm>
          <a:prstGeom prst="rect">
            <a:avLst/>
          </a:prstGeom>
        </p:spPr>
      </p:pic>
      <p:pic>
        <p:nvPicPr>
          <p:cNvPr id="24" name="Graphic 23" descr="Music notes with solid fill">
            <a:extLst>
              <a:ext uri="{FF2B5EF4-FFF2-40B4-BE49-F238E27FC236}">
                <a16:creationId xmlns:a16="http://schemas.microsoft.com/office/drawing/2014/main" id="{5233FB58-1C11-603B-8E20-A528FAB739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726648">
            <a:off x="3852890" y="3198219"/>
            <a:ext cx="1522703" cy="1522703"/>
          </a:xfrm>
          <a:prstGeom prst="rect">
            <a:avLst/>
          </a:prstGeom>
        </p:spPr>
      </p:pic>
      <p:pic>
        <p:nvPicPr>
          <p:cNvPr id="25" name="Graphic 24" descr="Music notes with solid fill">
            <a:extLst>
              <a:ext uri="{FF2B5EF4-FFF2-40B4-BE49-F238E27FC236}">
                <a16:creationId xmlns:a16="http://schemas.microsoft.com/office/drawing/2014/main" id="{07C6767F-2E64-FE7F-2A1B-04D413B047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726648">
            <a:off x="1498660" y="6335431"/>
            <a:ext cx="1504700" cy="1504700"/>
          </a:xfrm>
          <a:prstGeom prst="rect">
            <a:avLst/>
          </a:prstGeom>
        </p:spPr>
      </p:pic>
      <p:pic>
        <p:nvPicPr>
          <p:cNvPr id="26" name="Graphic 25" descr="Music notes with solid fill">
            <a:extLst>
              <a:ext uri="{FF2B5EF4-FFF2-40B4-BE49-F238E27FC236}">
                <a16:creationId xmlns:a16="http://schemas.microsoft.com/office/drawing/2014/main" id="{85D73368-C2E3-D916-16B7-643D404D4D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726648">
            <a:off x="9205358" y="3390737"/>
            <a:ext cx="1850241" cy="1850241"/>
          </a:xfrm>
          <a:prstGeom prst="rect">
            <a:avLst/>
          </a:prstGeom>
        </p:spPr>
      </p:pic>
      <p:pic>
        <p:nvPicPr>
          <p:cNvPr id="27" name="Graphic 26" descr="Treble clef with solid fill">
            <a:extLst>
              <a:ext uri="{FF2B5EF4-FFF2-40B4-BE49-F238E27FC236}">
                <a16:creationId xmlns:a16="http://schemas.microsoft.com/office/drawing/2014/main" id="{A41F8F27-F70A-907E-F925-DAEFFD8305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392221">
            <a:off x="5507735" y="6850457"/>
            <a:ext cx="1518633" cy="1518633"/>
          </a:xfrm>
          <a:prstGeom prst="rect">
            <a:avLst/>
          </a:prstGeom>
        </p:spPr>
      </p:pic>
      <p:pic>
        <p:nvPicPr>
          <p:cNvPr id="28" name="Graphic 27" descr="Treble clef with solid fill">
            <a:extLst>
              <a:ext uri="{FF2B5EF4-FFF2-40B4-BE49-F238E27FC236}">
                <a16:creationId xmlns:a16="http://schemas.microsoft.com/office/drawing/2014/main" id="{4E4DACC7-7B97-C739-801A-68838D7B9F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392221">
            <a:off x="-3022083" y="6914593"/>
            <a:ext cx="1518633" cy="1518633"/>
          </a:xfrm>
          <a:prstGeom prst="rect">
            <a:avLst/>
          </a:prstGeom>
        </p:spPr>
      </p:pic>
      <p:pic>
        <p:nvPicPr>
          <p:cNvPr id="29" name="Graphic 28" descr="Treble clef with solid fill">
            <a:extLst>
              <a:ext uri="{FF2B5EF4-FFF2-40B4-BE49-F238E27FC236}">
                <a16:creationId xmlns:a16="http://schemas.microsoft.com/office/drawing/2014/main" id="{B64F1D25-D2EB-3821-E5AD-0CC1DD88AF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392221">
            <a:off x="8668101" y="5147581"/>
            <a:ext cx="1518633" cy="1518633"/>
          </a:xfrm>
          <a:prstGeom prst="rect">
            <a:avLst/>
          </a:prstGeom>
        </p:spPr>
      </p:pic>
      <p:pic>
        <p:nvPicPr>
          <p:cNvPr id="30" name="Graphic 29" descr="Treble clef with solid fill">
            <a:extLst>
              <a:ext uri="{FF2B5EF4-FFF2-40B4-BE49-F238E27FC236}">
                <a16:creationId xmlns:a16="http://schemas.microsoft.com/office/drawing/2014/main" id="{4059C016-B83E-AD3D-4BBC-CD3A7E01B0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392221">
            <a:off x="8428692" y="1433525"/>
            <a:ext cx="1518633" cy="1518633"/>
          </a:xfrm>
          <a:prstGeom prst="rect">
            <a:avLst/>
          </a:prstGeom>
        </p:spPr>
      </p:pic>
      <p:pic>
        <p:nvPicPr>
          <p:cNvPr id="32" name="Graphic 31" descr="Music notes with solid fill">
            <a:extLst>
              <a:ext uri="{FF2B5EF4-FFF2-40B4-BE49-F238E27FC236}">
                <a16:creationId xmlns:a16="http://schemas.microsoft.com/office/drawing/2014/main" id="{C0603786-FF80-A13B-2EFE-839A003CB7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726648">
            <a:off x="-7021378" y="4908079"/>
            <a:ext cx="1288344" cy="128834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6EDAE549-7A39-DA6D-3F0C-B0A18384FA47}"/>
              </a:ext>
            </a:extLst>
          </p:cNvPr>
          <p:cNvSpPr txBox="1"/>
          <p:nvPr/>
        </p:nvSpPr>
        <p:spPr>
          <a:xfrm rot="16200000">
            <a:off x="-1263064" y="3281940"/>
            <a:ext cx="408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0EEF0"/>
                </a:solidFill>
                <a:latin typeface="Tw Cen MT" panose="020B0602020104020603" pitchFamily="34" charset="0"/>
              </a:rPr>
              <a:t>Servi</a:t>
            </a:r>
            <a:r>
              <a:rPr lang="en-US" sz="2400" b="1" i="1" dirty="0">
                <a:solidFill>
                  <a:srgbClr val="F0EEF0"/>
                </a:solidFill>
                <a:latin typeface="Tw Cen MT" panose="020B0602020104020603" pitchFamily="34" charset="0"/>
              </a:rPr>
              <a:t>ce</a:t>
            </a:r>
            <a:r>
              <a:rPr lang="en-US" sz="2400" b="1" dirty="0">
                <a:solidFill>
                  <a:srgbClr val="F0EEF0"/>
                </a:solidFill>
                <a:latin typeface="Tw Cen MT" panose="020B0602020104020603" pitchFamily="34" charset="0"/>
              </a:rPr>
              <a:t>s and tech</a:t>
            </a:r>
          </a:p>
        </p:txBody>
      </p:sp>
    </p:spTree>
    <p:extLst>
      <p:ext uri="{BB962C8B-B14F-4D97-AF65-F5344CB8AC3E}">
        <p14:creationId xmlns:p14="http://schemas.microsoft.com/office/powerpoint/2010/main" val="2001706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9825">
        <p159:morph option="byObject"/>
      </p:transition>
    </mc:Choice>
    <mc:Fallback xmlns="">
      <p:transition spd="med" advTm="9825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BC3001EC-9F33-4C39-B780-199714C83EA2}"/>
              </a:ext>
            </a:extLst>
          </p:cNvPr>
          <p:cNvGrpSpPr/>
          <p:nvPr/>
        </p:nvGrpSpPr>
        <p:grpSpPr>
          <a:xfrm>
            <a:off x="-290920" y="0"/>
            <a:ext cx="12482920" cy="6858000"/>
            <a:chOff x="-290920" y="0"/>
            <a:chExt cx="12482920" cy="6858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29B5C97-F627-4A85-B003-5396A9D964D5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97C14D5-0388-44F5-AD76-F8BBAF179CD6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151F346-69C6-4F86-BC1F-C57BA2384CC6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Problem</a:t>
              </a: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52B367FE-8530-4052-AD96-2D6FBE490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3E93C38-ECA5-4094-81E9-196A3BD19EBD}"/>
              </a:ext>
            </a:extLst>
          </p:cNvPr>
          <p:cNvGrpSpPr/>
          <p:nvPr/>
        </p:nvGrpSpPr>
        <p:grpSpPr>
          <a:xfrm>
            <a:off x="194860" y="-43546"/>
            <a:ext cx="11997140" cy="6858000"/>
            <a:chOff x="213096" y="-43544"/>
            <a:chExt cx="11997140" cy="685800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C85080E-7B66-43F0-AB4D-3A69B13C005A}"/>
                </a:ext>
              </a:extLst>
            </p:cNvPr>
            <p:cNvSpPr/>
            <p:nvPr/>
          </p:nvSpPr>
          <p:spPr>
            <a:xfrm>
              <a:off x="213096" y="-43544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05DAC1A-9BF8-460E-8D8B-77BFB6B27FF9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0DCA374-CD21-448B-8791-8A04A9A9A552}"/>
                </a:ext>
              </a:extLst>
            </p:cNvPr>
            <p:cNvSpPr txBox="1"/>
            <p:nvPr/>
          </p:nvSpPr>
          <p:spPr>
            <a:xfrm rot="16200000">
              <a:off x="10022389" y="2898271"/>
              <a:ext cx="317536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Objectives</a:t>
              </a:r>
            </a:p>
            <a:p>
              <a:pPr algn="ctr"/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83A620A7-5483-4447-9670-0F8D67F362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02914A7-C65F-4EFB-8FF4-9BB283DC3935}"/>
              </a:ext>
            </a:extLst>
          </p:cNvPr>
          <p:cNvGrpSpPr/>
          <p:nvPr/>
        </p:nvGrpSpPr>
        <p:grpSpPr>
          <a:xfrm>
            <a:off x="-7847639" y="0"/>
            <a:ext cx="9961092" cy="6858000"/>
            <a:chOff x="491575" y="0"/>
            <a:chExt cx="9961092" cy="685800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9DA66B2-8A11-4397-B997-59A37787FEF8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1A8923D-952E-459F-92C0-CCE4C5E45F88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D73F442-B2F9-477E-B4DE-956CBA09D9C3}"/>
                </a:ext>
              </a:extLst>
            </p:cNvPr>
            <p:cNvSpPr txBox="1"/>
            <p:nvPr/>
          </p:nvSpPr>
          <p:spPr>
            <a:xfrm rot="16200000">
              <a:off x="9117129" y="3189611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timeline</a:t>
              </a:r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7654DCD4-7920-4D83-8D7F-6D3A71A16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A67CF96-B24C-4BAD-8466-B32ECC2753A1}"/>
              </a:ext>
            </a:extLst>
          </p:cNvPr>
          <p:cNvGrpSpPr/>
          <p:nvPr/>
        </p:nvGrpSpPr>
        <p:grpSpPr>
          <a:xfrm>
            <a:off x="-7985197" y="0"/>
            <a:ext cx="9574094" cy="6858000"/>
            <a:chOff x="491575" y="0"/>
            <a:chExt cx="9574094" cy="685800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B7B7434-49BE-47D6-BAE6-9B9134F0EC8C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080296C0-D397-432D-B5A1-CA7DA186EB14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3DE47E8-526D-4A96-A671-69E14D20D1EB}"/>
                </a:ext>
              </a:extLst>
            </p:cNvPr>
            <p:cNvSpPr txBox="1"/>
            <p:nvPr/>
          </p:nvSpPr>
          <p:spPr>
            <a:xfrm rot="16200000">
              <a:off x="8746453" y="3189610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teams</a:t>
              </a:r>
            </a:p>
          </p:txBody>
        </p:sp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7FD4AAEC-83E5-4832-BEA2-517A195B2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84" name="Rectangle 83">
            <a:extLst>
              <a:ext uri="{FF2B5EF4-FFF2-40B4-BE49-F238E27FC236}">
                <a16:creationId xmlns:a16="http://schemas.microsoft.com/office/drawing/2014/main" id="{3C6BBB46-3AAE-49B1-8F56-3535CC357FEB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FA452EB0-3109-45BB-9389-19F84818FE30}"/>
              </a:ext>
            </a:extLst>
          </p:cNvPr>
          <p:cNvGrpSpPr/>
          <p:nvPr/>
        </p:nvGrpSpPr>
        <p:grpSpPr>
          <a:xfrm>
            <a:off x="-7638543" y="-1"/>
            <a:ext cx="8692331" cy="6858000"/>
            <a:chOff x="718505" y="-1"/>
            <a:chExt cx="8692331" cy="6858000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DF941D0C-24DA-4E77-BE08-34D6F94BD6FB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09747D82-077A-45F5-8822-6A7F978E7845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EF138C1A-5B68-42BE-B6B8-0EE1F4738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2C48F6F2-7791-4D91-ADEC-77FE8FA739E3}"/>
              </a:ext>
            </a:extLst>
          </p:cNvPr>
          <p:cNvGrpSpPr/>
          <p:nvPr/>
        </p:nvGrpSpPr>
        <p:grpSpPr>
          <a:xfrm>
            <a:off x="-9413480" y="-1"/>
            <a:ext cx="9927504" cy="6858000"/>
            <a:chOff x="-9337032" y="-1"/>
            <a:chExt cx="9927504" cy="6858000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F8ED37E9-9873-442F-9B7C-7F4BC1A8F51E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F2E020DE-B46A-4F47-97AB-BB6C9038FA2E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7CF05B7C-3B2D-4CAB-9132-7B756B442063}"/>
                </a:ext>
              </a:extLst>
            </p:cNvPr>
            <p:cNvSpPr txBox="1"/>
            <p:nvPr/>
          </p:nvSpPr>
          <p:spPr>
            <a:xfrm rot="16200000">
              <a:off x="-1633179" y="3250217"/>
              <a:ext cx="38896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Results and demo</a:t>
              </a:r>
            </a:p>
          </p:txBody>
        </p:sp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A04E2F48-2025-4003-B590-1DD9577106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183EA2CA-A17F-4A6A-AC3E-6F8757F77880}"/>
              </a:ext>
            </a:extLst>
          </p:cNvPr>
          <p:cNvGrpSpPr/>
          <p:nvPr/>
        </p:nvGrpSpPr>
        <p:grpSpPr>
          <a:xfrm>
            <a:off x="7976170" y="1491437"/>
            <a:ext cx="1805441" cy="1894017"/>
            <a:chOff x="6381342" y="2182683"/>
            <a:chExt cx="1805441" cy="1894017"/>
          </a:xfrm>
        </p:grpSpPr>
        <p:sp>
          <p:nvSpPr>
            <p:cNvPr id="97" name="Rectangle: Top Corners Rounded 96">
              <a:extLst>
                <a:ext uri="{FF2B5EF4-FFF2-40B4-BE49-F238E27FC236}">
                  <a16:creationId xmlns:a16="http://schemas.microsoft.com/office/drawing/2014/main" id="{225A95EB-3596-4C52-91EE-39023E85BE2D}"/>
                </a:ext>
              </a:extLst>
            </p:cNvPr>
            <p:cNvSpPr/>
            <p:nvPr/>
          </p:nvSpPr>
          <p:spPr>
            <a:xfrm>
              <a:off x="6488272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FEC6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D9A6427C-7201-480C-B8BA-C01C9BCA7B52}"/>
                </a:ext>
              </a:extLst>
            </p:cNvPr>
            <p:cNvSpPr txBox="1"/>
            <p:nvPr/>
          </p:nvSpPr>
          <p:spPr>
            <a:xfrm>
              <a:off x="6381342" y="2182683"/>
              <a:ext cx="1805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74F68486-5533-4B47-B6BA-92533CBB4036}"/>
                </a:ext>
              </a:extLst>
            </p:cNvPr>
            <p:cNvSpPr txBox="1"/>
            <p:nvPr/>
          </p:nvSpPr>
          <p:spPr>
            <a:xfrm>
              <a:off x="6836846" y="2563851"/>
              <a:ext cx="8944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3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12310FCA-56F2-4778-94B7-C1B5FD53AE20}"/>
              </a:ext>
            </a:extLst>
          </p:cNvPr>
          <p:cNvGrpSpPr/>
          <p:nvPr/>
        </p:nvGrpSpPr>
        <p:grpSpPr>
          <a:xfrm>
            <a:off x="5479293" y="1491437"/>
            <a:ext cx="1805441" cy="1894017"/>
            <a:chOff x="3884465" y="2182683"/>
            <a:chExt cx="1805441" cy="1894017"/>
          </a:xfrm>
        </p:grpSpPr>
        <p:sp>
          <p:nvSpPr>
            <p:cNvPr id="101" name="Rectangle: Top Corners Rounded 100">
              <a:extLst>
                <a:ext uri="{FF2B5EF4-FFF2-40B4-BE49-F238E27FC236}">
                  <a16:creationId xmlns:a16="http://schemas.microsoft.com/office/drawing/2014/main" id="{E792FABC-AA8F-4748-B8FA-DBB9112863AC}"/>
                </a:ext>
              </a:extLst>
            </p:cNvPr>
            <p:cNvSpPr/>
            <p:nvPr/>
          </p:nvSpPr>
          <p:spPr>
            <a:xfrm>
              <a:off x="3991395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52CB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83919267-9DA5-4811-B4F4-94D72398E7FD}"/>
                </a:ext>
              </a:extLst>
            </p:cNvPr>
            <p:cNvSpPr txBox="1"/>
            <p:nvPr/>
          </p:nvSpPr>
          <p:spPr>
            <a:xfrm>
              <a:off x="3884465" y="2182683"/>
              <a:ext cx="1805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ECB41C1-3E79-45AA-B100-38C9E092C776}"/>
                </a:ext>
              </a:extLst>
            </p:cNvPr>
            <p:cNvSpPr txBox="1"/>
            <p:nvPr/>
          </p:nvSpPr>
          <p:spPr>
            <a:xfrm>
              <a:off x="4339969" y="2563851"/>
              <a:ext cx="8944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2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A87830BE-EEF7-4034-8ABE-3212DB467DB4}"/>
              </a:ext>
            </a:extLst>
          </p:cNvPr>
          <p:cNvGrpSpPr/>
          <p:nvPr/>
        </p:nvGrpSpPr>
        <p:grpSpPr>
          <a:xfrm>
            <a:off x="2982416" y="1491437"/>
            <a:ext cx="1805441" cy="1894017"/>
            <a:chOff x="1387588" y="2182683"/>
            <a:chExt cx="1805441" cy="1894017"/>
          </a:xfrm>
        </p:grpSpPr>
        <p:sp>
          <p:nvSpPr>
            <p:cNvPr id="105" name="Rectangle: Top Corners Rounded 104">
              <a:extLst>
                <a:ext uri="{FF2B5EF4-FFF2-40B4-BE49-F238E27FC236}">
                  <a16:creationId xmlns:a16="http://schemas.microsoft.com/office/drawing/2014/main" id="{F1B87F23-BD02-4DB3-947D-2F61C5B87FEF}"/>
                </a:ext>
              </a:extLst>
            </p:cNvPr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5D8301A0-49D9-41A5-A227-2E35458E6401}"/>
                </a:ext>
              </a:extLst>
            </p:cNvPr>
            <p:cNvSpPr txBox="1"/>
            <p:nvPr/>
          </p:nvSpPr>
          <p:spPr>
            <a:xfrm>
              <a:off x="1387588" y="2182683"/>
              <a:ext cx="1805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3600" b="1" dirty="0">
                <a:solidFill>
                  <a:srgbClr val="E6E7E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236675CF-5B12-4D6B-8C03-F29656450255}"/>
                </a:ext>
              </a:extLst>
            </p:cNvPr>
            <p:cNvSpPr txBox="1"/>
            <p:nvPr/>
          </p:nvSpPr>
          <p:spPr>
            <a:xfrm>
              <a:off x="1843092" y="2563851"/>
              <a:ext cx="8944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1</a:t>
              </a:r>
            </a:p>
          </p:txBody>
        </p:sp>
      </p:grp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48958204-CE05-4E79-AC55-C76FBB79E37F}"/>
              </a:ext>
            </a:extLst>
          </p:cNvPr>
          <p:cNvSpPr/>
          <p:nvPr/>
        </p:nvSpPr>
        <p:spPr>
          <a:xfrm flipV="1">
            <a:off x="3089346" y="2452004"/>
            <a:ext cx="1591582" cy="3031986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406A5A75-24F0-496A-82D6-E2B37B100BBD}"/>
              </a:ext>
            </a:extLst>
          </p:cNvPr>
          <p:cNvSpPr/>
          <p:nvPr/>
        </p:nvSpPr>
        <p:spPr>
          <a:xfrm flipV="1">
            <a:off x="5586223" y="2452004"/>
            <a:ext cx="1591582" cy="3031986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B8C3E14B-EBB2-49A7-9A4E-9C6AFAF9A364}"/>
              </a:ext>
            </a:extLst>
          </p:cNvPr>
          <p:cNvSpPr/>
          <p:nvPr/>
        </p:nvSpPr>
        <p:spPr>
          <a:xfrm flipV="1">
            <a:off x="8083100" y="2452004"/>
            <a:ext cx="1591582" cy="3031986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" sx="107000" sy="107000" algn="ctr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8D94F991-2744-4D5C-BE57-A0C261539D2C}"/>
              </a:ext>
            </a:extLst>
          </p:cNvPr>
          <p:cNvGrpSpPr/>
          <p:nvPr/>
        </p:nvGrpSpPr>
        <p:grpSpPr>
          <a:xfrm>
            <a:off x="3083677" y="3146196"/>
            <a:ext cx="1772769" cy="1073517"/>
            <a:chOff x="1488849" y="3837442"/>
            <a:chExt cx="1772769" cy="1073517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8721CE74-40AC-4223-B129-B3A270C7429B}"/>
                </a:ext>
              </a:extLst>
            </p:cNvPr>
            <p:cNvSpPr txBox="1"/>
            <p:nvPr/>
          </p:nvSpPr>
          <p:spPr>
            <a:xfrm>
              <a:off x="1488849" y="3837442"/>
              <a:ext cx="15915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FF5969"/>
                  </a:solidFill>
                  <a:latin typeface="Tw Cen MT" panose="020B0602020104020603" pitchFamily="34" charset="0"/>
                </a:rPr>
                <a:t>Detection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C94FF53-E358-452A-A5CE-3296318ABBE9}"/>
                </a:ext>
              </a:extLst>
            </p:cNvPr>
            <p:cNvSpPr txBox="1"/>
            <p:nvPr/>
          </p:nvSpPr>
          <p:spPr>
            <a:xfrm>
              <a:off x="1656314" y="4172295"/>
              <a:ext cx="16053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 defTabSz="121917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400" dirty="0">
                  <a:latin typeface="Arial" panose="020B0604020202020204" pitchFamily="34" charset="0"/>
                </a:rPr>
                <a:t>Detect user emotions from face and chat.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60A9D1F-EDAE-418D-A3C8-F8109A2B052A}"/>
              </a:ext>
            </a:extLst>
          </p:cNvPr>
          <p:cNvGrpSpPr/>
          <p:nvPr/>
        </p:nvGrpSpPr>
        <p:grpSpPr>
          <a:xfrm>
            <a:off x="5572502" y="3146196"/>
            <a:ext cx="1591582" cy="1048049"/>
            <a:chOff x="3977674" y="3837442"/>
            <a:chExt cx="1591582" cy="1048049"/>
          </a:xfrm>
        </p:grpSpPr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91705BAF-DCDA-4FDC-8DA1-1FBA870AE5C8}"/>
                </a:ext>
              </a:extLst>
            </p:cNvPr>
            <p:cNvSpPr txBox="1"/>
            <p:nvPr/>
          </p:nvSpPr>
          <p:spPr>
            <a:xfrm>
              <a:off x="3977674" y="3837442"/>
              <a:ext cx="15915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52CBBE"/>
                  </a:solidFill>
                  <a:latin typeface="Tw Cen MT" panose="020B0602020104020603" pitchFamily="34" charset="0"/>
                </a:rPr>
                <a:t>Combining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BBD17202-B0A7-4912-9A5D-8F55518824B3}"/>
                </a:ext>
              </a:extLst>
            </p:cNvPr>
            <p:cNvSpPr txBox="1"/>
            <p:nvPr/>
          </p:nvSpPr>
          <p:spPr>
            <a:xfrm>
              <a:off x="3977674" y="4146827"/>
              <a:ext cx="159158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 defTabSz="121917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400" dirty="0">
                  <a:latin typeface="Arial" panose="020B0604020202020204" pitchFamily="34" charset="0"/>
                </a:rPr>
                <a:t>Combine both to get the dominant emotion.</a:t>
              </a:r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1F66AC79-730F-4E07-974E-4F08542F2C4A}"/>
              </a:ext>
            </a:extLst>
          </p:cNvPr>
          <p:cNvGrpSpPr/>
          <p:nvPr/>
        </p:nvGrpSpPr>
        <p:grpSpPr>
          <a:xfrm>
            <a:off x="8083100" y="3146196"/>
            <a:ext cx="1591582" cy="2340710"/>
            <a:chOff x="6488272" y="3837442"/>
            <a:chExt cx="1591582" cy="2340710"/>
          </a:xfrm>
        </p:grpSpPr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D025EBC6-5731-4D97-B58C-0E0C20D47817}"/>
                </a:ext>
              </a:extLst>
            </p:cNvPr>
            <p:cNvSpPr txBox="1"/>
            <p:nvPr/>
          </p:nvSpPr>
          <p:spPr>
            <a:xfrm>
              <a:off x="6488272" y="3837442"/>
              <a:ext cx="15915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FEC630"/>
                  </a:solidFill>
                  <a:latin typeface="Tw Cen MT" panose="020B0602020104020603" pitchFamily="34" charset="0"/>
                </a:rPr>
                <a:t>Final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B38973E8-8FEC-48EF-89C3-A1086AD31515}"/>
                </a:ext>
              </a:extLst>
            </p:cNvPr>
            <p:cNvSpPr txBox="1"/>
            <p:nvPr/>
          </p:nvSpPr>
          <p:spPr>
            <a:xfrm>
              <a:off x="6488272" y="4146827"/>
              <a:ext cx="1591582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 defTabSz="121917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1400" dirty="0">
                  <a:latin typeface="Arial" panose="020B0604020202020204" pitchFamily="34" charset="0"/>
                </a:rPr>
                <a:t>Recommend songs that match or lift the mood.</a:t>
              </a:r>
            </a:p>
            <a:p>
              <a:pPr defTabSz="121917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1400" dirty="0">
                  <a:latin typeface="Arial" panose="020B0604020202020204" pitchFamily="34" charset="0"/>
                </a:rPr>
                <a:t>Deliver everything on a user-friendly website.</a:t>
              </a:r>
            </a:p>
            <a:p>
              <a:pPr marL="0" indent="0" defTabSz="121917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endParaRPr lang="en-US" altLang="en-US" sz="1400" dirty="0">
                <a:latin typeface="Arial" panose="020B0604020202020204" pitchFamily="34" charset="0"/>
              </a:endParaRPr>
            </a:p>
            <a:p>
              <a:pPr marL="0" indent="0" defTabSz="121917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endParaRPr lang="en-US" altLang="en-US" sz="1400" dirty="0">
                <a:latin typeface="Arial" panose="020B0604020202020204" pitchFamily="34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1E1EB09-3B7F-4AD1-85F5-A963B8B7D4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5659" y="4229239"/>
            <a:ext cx="894354" cy="8943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331A99-A934-4099-9190-67078252B1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947" y="4229326"/>
            <a:ext cx="897858" cy="8978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285DFE-7CB0-4F85-899B-F151E785F8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454" y="4764759"/>
            <a:ext cx="664613" cy="664612"/>
          </a:xfrm>
          <a:prstGeom prst="rect">
            <a:avLst/>
          </a:prstGeom>
        </p:spPr>
      </p:pic>
      <p:pic>
        <p:nvPicPr>
          <p:cNvPr id="4" name="Graphic 3" descr="Music notes with solid fill">
            <a:extLst>
              <a:ext uri="{FF2B5EF4-FFF2-40B4-BE49-F238E27FC236}">
                <a16:creationId xmlns:a16="http://schemas.microsoft.com/office/drawing/2014/main" id="{071106F7-1307-3FF8-3ECD-AFC0C56E6A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726648">
            <a:off x="-8997480" y="-11467069"/>
            <a:ext cx="3828856" cy="3828856"/>
          </a:xfrm>
          <a:prstGeom prst="rect">
            <a:avLst/>
          </a:prstGeom>
        </p:spPr>
      </p:pic>
      <p:pic>
        <p:nvPicPr>
          <p:cNvPr id="6" name="Graphic 5" descr="Treble clef with solid fill">
            <a:extLst>
              <a:ext uri="{FF2B5EF4-FFF2-40B4-BE49-F238E27FC236}">
                <a16:creationId xmlns:a16="http://schemas.microsoft.com/office/drawing/2014/main" id="{8759DDF0-5BCA-CD2E-EE22-E8A54B3B453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9392221">
            <a:off x="-805837" y="-12112689"/>
            <a:ext cx="4513257" cy="4513257"/>
          </a:xfrm>
          <a:prstGeom prst="rect">
            <a:avLst/>
          </a:prstGeom>
        </p:spPr>
      </p:pic>
      <p:pic>
        <p:nvPicPr>
          <p:cNvPr id="8" name="Graphic 7" descr="Music notes with solid fill">
            <a:extLst>
              <a:ext uri="{FF2B5EF4-FFF2-40B4-BE49-F238E27FC236}">
                <a16:creationId xmlns:a16="http://schemas.microsoft.com/office/drawing/2014/main" id="{DA457AEA-DC8A-C5CB-A8BC-16607A44F5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726648">
            <a:off x="-3451008" y="-9219256"/>
            <a:ext cx="4211221" cy="4211221"/>
          </a:xfrm>
          <a:prstGeom prst="rect">
            <a:avLst/>
          </a:prstGeom>
        </p:spPr>
      </p:pic>
      <p:pic>
        <p:nvPicPr>
          <p:cNvPr id="10" name="Graphic 9" descr="Music notes with solid fill">
            <a:extLst>
              <a:ext uri="{FF2B5EF4-FFF2-40B4-BE49-F238E27FC236}">
                <a16:creationId xmlns:a16="http://schemas.microsoft.com/office/drawing/2014/main" id="{AF2DDFB6-4782-20DF-17D1-0608A59BC3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726648">
            <a:off x="477722" y="-15645411"/>
            <a:ext cx="4525352" cy="4525352"/>
          </a:xfrm>
          <a:prstGeom prst="rect">
            <a:avLst/>
          </a:prstGeom>
        </p:spPr>
      </p:pic>
      <p:pic>
        <p:nvPicPr>
          <p:cNvPr id="11" name="Graphic 10" descr="Music notes with solid fill">
            <a:extLst>
              <a:ext uri="{FF2B5EF4-FFF2-40B4-BE49-F238E27FC236}">
                <a16:creationId xmlns:a16="http://schemas.microsoft.com/office/drawing/2014/main" id="{68808437-D973-05B2-38DF-F7F214292E7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726648">
            <a:off x="-5333288" y="-15580828"/>
            <a:ext cx="4471850" cy="4471850"/>
          </a:xfrm>
          <a:prstGeom prst="rect">
            <a:avLst/>
          </a:prstGeom>
        </p:spPr>
      </p:pic>
      <p:pic>
        <p:nvPicPr>
          <p:cNvPr id="12" name="Graphic 11" descr="Music notes with solid fill">
            <a:extLst>
              <a:ext uri="{FF2B5EF4-FFF2-40B4-BE49-F238E27FC236}">
                <a16:creationId xmlns:a16="http://schemas.microsoft.com/office/drawing/2014/main" id="{D19A6B0E-FD13-375C-2CC8-84374E6173D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726648">
            <a:off x="6692395" y="-13773367"/>
            <a:ext cx="5498771" cy="5498771"/>
          </a:xfrm>
          <a:prstGeom prst="rect">
            <a:avLst/>
          </a:prstGeom>
        </p:spPr>
      </p:pic>
      <p:pic>
        <p:nvPicPr>
          <p:cNvPr id="13" name="Graphic 12" descr="Treble clef with solid fill">
            <a:extLst>
              <a:ext uri="{FF2B5EF4-FFF2-40B4-BE49-F238E27FC236}">
                <a16:creationId xmlns:a16="http://schemas.microsoft.com/office/drawing/2014/main" id="{778B7614-DFDD-5D4A-0D74-FC7560224CD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9392221">
            <a:off x="3016348" y="-9452256"/>
            <a:ext cx="4513257" cy="4513257"/>
          </a:xfrm>
          <a:prstGeom prst="rect">
            <a:avLst/>
          </a:prstGeom>
        </p:spPr>
      </p:pic>
      <p:pic>
        <p:nvPicPr>
          <p:cNvPr id="14" name="Graphic 13" descr="Treble clef with solid fill">
            <a:extLst>
              <a:ext uri="{FF2B5EF4-FFF2-40B4-BE49-F238E27FC236}">
                <a16:creationId xmlns:a16="http://schemas.microsoft.com/office/drawing/2014/main" id="{35C97E63-E67C-C572-72D1-990B7E2BD32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9392221">
            <a:off x="-6959674" y="-12543401"/>
            <a:ext cx="4513257" cy="4513257"/>
          </a:xfrm>
          <a:prstGeom prst="rect">
            <a:avLst/>
          </a:prstGeom>
        </p:spPr>
      </p:pic>
      <p:pic>
        <p:nvPicPr>
          <p:cNvPr id="15" name="Graphic 14" descr="Treble clef with solid fill">
            <a:extLst>
              <a:ext uri="{FF2B5EF4-FFF2-40B4-BE49-F238E27FC236}">
                <a16:creationId xmlns:a16="http://schemas.microsoft.com/office/drawing/2014/main" id="{323FD818-9677-505C-A572-39A9869BF5E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9392221">
            <a:off x="-2892607" y="-16135022"/>
            <a:ext cx="4513257" cy="4513257"/>
          </a:xfrm>
          <a:prstGeom prst="rect">
            <a:avLst/>
          </a:prstGeom>
        </p:spPr>
      </p:pic>
      <p:pic>
        <p:nvPicPr>
          <p:cNvPr id="16" name="Graphic 15" descr="Treble clef with solid fill">
            <a:extLst>
              <a:ext uri="{FF2B5EF4-FFF2-40B4-BE49-F238E27FC236}">
                <a16:creationId xmlns:a16="http://schemas.microsoft.com/office/drawing/2014/main" id="{C4E47E1A-A4D1-462E-3E49-9FDDC8034A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9392221">
            <a:off x="3645113" y="-14948343"/>
            <a:ext cx="4513257" cy="451325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7300525-AE01-A717-BD36-75C78FE27571}"/>
              </a:ext>
            </a:extLst>
          </p:cNvPr>
          <p:cNvSpPr txBox="1"/>
          <p:nvPr/>
        </p:nvSpPr>
        <p:spPr>
          <a:xfrm rot="16200000">
            <a:off x="-1264734" y="3281938"/>
            <a:ext cx="408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0EEF0"/>
                </a:solidFill>
                <a:latin typeface="Tw Cen MT" panose="020B0602020104020603" pitchFamily="34" charset="0"/>
              </a:rPr>
              <a:t>Servi</a:t>
            </a:r>
            <a:r>
              <a:rPr lang="en-US" sz="2400" b="1" i="1" dirty="0">
                <a:solidFill>
                  <a:srgbClr val="F0EEF0"/>
                </a:solidFill>
                <a:latin typeface="Tw Cen MT" panose="020B0602020104020603" pitchFamily="34" charset="0"/>
              </a:rPr>
              <a:t>ce</a:t>
            </a:r>
            <a:r>
              <a:rPr lang="en-US" sz="2400" b="1" dirty="0">
                <a:solidFill>
                  <a:srgbClr val="F0EEF0"/>
                </a:solidFill>
                <a:latin typeface="Tw Cen MT" panose="020B0602020104020603" pitchFamily="34" charset="0"/>
              </a:rPr>
              <a:t>s and tech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96948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0604">
        <p159:morph option="byObject"/>
      </p:transition>
    </mc:Choice>
    <mc:Fallback xmlns="">
      <p:transition spd="med" advTm="1060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75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25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75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0"/>
                            </p:stCondLst>
                            <p:childTnLst>
                              <p:par>
                                <p:cTn id="57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250"/>
                            </p:stCondLst>
                            <p:childTnLst>
                              <p:par>
                                <p:cTn id="6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animBg="1"/>
      <p:bldP spid="109" grpId="0" animBg="1"/>
      <p:bldP spid="1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038E6734-F7ED-4197-AE1C-DE222063D26D}"/>
              </a:ext>
            </a:extLst>
          </p:cNvPr>
          <p:cNvGrpSpPr/>
          <p:nvPr/>
        </p:nvGrpSpPr>
        <p:grpSpPr>
          <a:xfrm>
            <a:off x="-290920" y="0"/>
            <a:ext cx="12482920" cy="6858000"/>
            <a:chOff x="-290920" y="0"/>
            <a:chExt cx="12482920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7FF06C6-EDB2-4E2A-B33F-9667DAB48738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D389168-73D4-4CCF-B806-15F4C9CFBC65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D36EBE0-2C84-494E-9C0B-54A6EFA86DA6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Problem</a:t>
              </a: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FE3F6E56-804E-434E-AD42-D62A42CB30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08D727C-49D3-4C59-91D3-816C0DD22E21}"/>
              </a:ext>
            </a:extLst>
          </p:cNvPr>
          <p:cNvGrpSpPr/>
          <p:nvPr/>
        </p:nvGrpSpPr>
        <p:grpSpPr>
          <a:xfrm>
            <a:off x="226788" y="-2"/>
            <a:ext cx="12028274" cy="6858000"/>
            <a:chOff x="213096" y="0"/>
            <a:chExt cx="12028274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369AF8C-7DC3-4D77-B3F1-5B8A444D2822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A173B44-EE6F-4236-9AB2-49524EA553D7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40A12D7-9F13-43EC-95DE-B85ADBCAA6B6}"/>
                </a:ext>
              </a:extLst>
            </p:cNvPr>
            <p:cNvSpPr txBox="1"/>
            <p:nvPr/>
          </p:nvSpPr>
          <p:spPr>
            <a:xfrm rot="16200000">
              <a:off x="10645163" y="2842300"/>
              <a:ext cx="199208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Objectives</a:t>
              </a: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BA271034-9DEF-432C-A1F3-B6470D2555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728BA24-99D1-4E44-98AC-50745A94AD6C}"/>
              </a:ext>
            </a:extLst>
          </p:cNvPr>
          <p:cNvGrpSpPr/>
          <p:nvPr/>
        </p:nvGrpSpPr>
        <p:grpSpPr>
          <a:xfrm>
            <a:off x="1184133" y="0"/>
            <a:ext cx="9961092" cy="6858000"/>
            <a:chOff x="491575" y="0"/>
            <a:chExt cx="9961092" cy="68580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079FD4E-778D-428A-B08F-1B97893971C7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67DB4514-65BA-420D-BBB3-CCF0A5B397CB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86CE46E-7143-4535-BF09-36D36B082851}"/>
                </a:ext>
              </a:extLst>
            </p:cNvPr>
            <p:cNvSpPr txBox="1"/>
            <p:nvPr/>
          </p:nvSpPr>
          <p:spPr>
            <a:xfrm rot="16200000">
              <a:off x="9117129" y="3189611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timeline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4E9D2CC3-AE8C-4CF7-AC14-0BF3748D63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704DBF9-F2DF-4744-9CBE-8384BF790E0F}"/>
              </a:ext>
            </a:extLst>
          </p:cNvPr>
          <p:cNvGrpSpPr/>
          <p:nvPr/>
        </p:nvGrpSpPr>
        <p:grpSpPr>
          <a:xfrm>
            <a:off x="-7985197" y="0"/>
            <a:ext cx="9574094" cy="6858000"/>
            <a:chOff x="491575" y="0"/>
            <a:chExt cx="9574094" cy="6858000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D409FCBC-490E-4134-BE82-9429CE5AB00A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84E2370-4D03-4FD0-B29C-F763767296D4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E5F8F51-D3FD-42A1-8372-1B4B1B7C336A}"/>
                </a:ext>
              </a:extLst>
            </p:cNvPr>
            <p:cNvSpPr txBox="1"/>
            <p:nvPr/>
          </p:nvSpPr>
          <p:spPr>
            <a:xfrm rot="16200000">
              <a:off x="8746453" y="3189610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teams</a:t>
              </a:r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05E43CA3-886C-4010-B3E2-837CCC6F5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87E322DA-3D39-4A36-A521-33E75DDBFF71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31F8BD9-F71B-4D2D-8A60-61BABDC384BB}"/>
              </a:ext>
            </a:extLst>
          </p:cNvPr>
          <p:cNvGrpSpPr/>
          <p:nvPr/>
        </p:nvGrpSpPr>
        <p:grpSpPr>
          <a:xfrm>
            <a:off x="-7638543" y="-1"/>
            <a:ext cx="8692331" cy="6858000"/>
            <a:chOff x="718505" y="-1"/>
            <a:chExt cx="8692331" cy="68580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B470067C-2D0B-4A65-B940-C052473E9422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6B5D93C-8112-48DA-975B-9DDD27DEADD9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36FD3106-E967-44D6-AB4D-A0DA183F7C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E930874-288B-4537-8AA6-A601044D9580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225CDF0F-0FD1-40B0-BD29-F7D200A3A066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A02216B9-43DC-4135-9F3E-7EFEAD2EB420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37342E0B-2429-4B98-AF6A-1DB087CBDE83}"/>
                </a:ext>
              </a:extLst>
            </p:cNvPr>
            <p:cNvSpPr txBox="1"/>
            <p:nvPr/>
          </p:nvSpPr>
          <p:spPr>
            <a:xfrm rot="16200000">
              <a:off x="-1919625" y="3281937"/>
              <a:ext cx="45088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Results and demo</a:t>
              </a: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29879508-5AD7-4FE2-AD55-8AF69ECDBE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7277CEC9-24C9-4B1D-964A-A216786A7724}"/>
              </a:ext>
            </a:extLst>
          </p:cNvPr>
          <p:cNvCxnSpPr/>
          <p:nvPr/>
        </p:nvCxnSpPr>
        <p:spPr>
          <a:xfrm>
            <a:off x="3850016" y="3623253"/>
            <a:ext cx="196691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oup 96">
            <a:extLst>
              <a:ext uri="{FF2B5EF4-FFF2-40B4-BE49-F238E27FC236}">
                <a16:creationId xmlns:a16="http://schemas.microsoft.com/office/drawing/2014/main" id="{F1840EDE-DF70-433F-86FE-A402BC5C2DDE}"/>
              </a:ext>
            </a:extLst>
          </p:cNvPr>
          <p:cNvGrpSpPr/>
          <p:nvPr/>
        </p:nvGrpSpPr>
        <p:grpSpPr>
          <a:xfrm>
            <a:off x="3638922" y="3517706"/>
            <a:ext cx="211094" cy="211094"/>
            <a:chOff x="1677812" y="4248152"/>
            <a:chExt cx="211094" cy="211094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43B84625-CD81-4477-AFEA-2D657FFA16C5}"/>
                </a:ext>
              </a:extLst>
            </p:cNvPr>
            <p:cNvSpPr/>
            <p:nvPr/>
          </p:nvSpPr>
          <p:spPr>
            <a:xfrm>
              <a:off x="1677812" y="4248152"/>
              <a:ext cx="211094" cy="21109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90BB5737-FB23-4CC2-81BC-52D57E7FB8E9}"/>
                </a:ext>
              </a:extLst>
            </p:cNvPr>
            <p:cNvSpPr/>
            <p:nvPr/>
          </p:nvSpPr>
          <p:spPr>
            <a:xfrm>
              <a:off x="1708100" y="4278440"/>
              <a:ext cx="150518" cy="150518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D5DAD85F-381F-4EA0-9781-3C23F8D9AC73}"/>
              </a:ext>
            </a:extLst>
          </p:cNvPr>
          <p:cNvCxnSpPr/>
          <p:nvPr/>
        </p:nvCxnSpPr>
        <p:spPr>
          <a:xfrm>
            <a:off x="5997735" y="3623253"/>
            <a:ext cx="1966913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E76B67BC-401F-4EA8-8CBE-EEB8DFAA45A7}"/>
              </a:ext>
            </a:extLst>
          </p:cNvPr>
          <p:cNvGrpSpPr/>
          <p:nvPr/>
        </p:nvGrpSpPr>
        <p:grpSpPr>
          <a:xfrm>
            <a:off x="5816929" y="3517706"/>
            <a:ext cx="211094" cy="211094"/>
            <a:chOff x="3855819" y="4248152"/>
            <a:chExt cx="211094" cy="211094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A399A27A-C7E8-457C-9D90-A66A1BF1F76F}"/>
                </a:ext>
              </a:extLst>
            </p:cNvPr>
            <p:cNvSpPr/>
            <p:nvPr/>
          </p:nvSpPr>
          <p:spPr>
            <a:xfrm>
              <a:off x="3855819" y="4248152"/>
              <a:ext cx="211094" cy="21109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C4008114-54A1-42C2-9000-1CC3AE1D8927}"/>
                </a:ext>
              </a:extLst>
            </p:cNvPr>
            <p:cNvSpPr/>
            <p:nvPr/>
          </p:nvSpPr>
          <p:spPr>
            <a:xfrm>
              <a:off x="3886107" y="4278440"/>
              <a:ext cx="150518" cy="150518"/>
            </a:xfrm>
            <a:prstGeom prst="ellipse">
              <a:avLst/>
            </a:prstGeom>
            <a:solidFill>
              <a:srgbClr val="52CB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590AD362-84BB-49C7-8C91-CDB895729924}"/>
              </a:ext>
            </a:extLst>
          </p:cNvPr>
          <p:cNvGrpSpPr/>
          <p:nvPr/>
        </p:nvGrpSpPr>
        <p:grpSpPr>
          <a:xfrm>
            <a:off x="7934360" y="3517706"/>
            <a:ext cx="211094" cy="211094"/>
            <a:chOff x="5973250" y="4248152"/>
            <a:chExt cx="211094" cy="211094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A32FB427-F316-4459-B06D-2A2B27FC7053}"/>
                </a:ext>
              </a:extLst>
            </p:cNvPr>
            <p:cNvSpPr/>
            <p:nvPr/>
          </p:nvSpPr>
          <p:spPr>
            <a:xfrm>
              <a:off x="5973250" y="4248152"/>
              <a:ext cx="211094" cy="21109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C35EF795-8B2D-4CD0-87FF-5756B089D921}"/>
                </a:ext>
              </a:extLst>
            </p:cNvPr>
            <p:cNvSpPr/>
            <p:nvPr/>
          </p:nvSpPr>
          <p:spPr>
            <a:xfrm>
              <a:off x="6003538" y="4278440"/>
              <a:ext cx="150518" cy="150518"/>
            </a:xfrm>
            <a:prstGeom prst="ellipse">
              <a:avLst/>
            </a:prstGeom>
            <a:solidFill>
              <a:srgbClr val="FEC6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E9582EE9-5831-4F6F-B29E-0BEB719C4F1E}"/>
              </a:ext>
            </a:extLst>
          </p:cNvPr>
          <p:cNvGrpSpPr/>
          <p:nvPr/>
        </p:nvGrpSpPr>
        <p:grpSpPr>
          <a:xfrm>
            <a:off x="2594536" y="4142156"/>
            <a:ext cx="2289049" cy="1102654"/>
            <a:chOff x="1514240" y="4816886"/>
            <a:chExt cx="2289049" cy="1102654"/>
          </a:xfrm>
        </p:grpSpPr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95C2AE9-E6EE-4572-8B9B-0A1C8899D6FE}"/>
                </a:ext>
              </a:extLst>
            </p:cNvPr>
            <p:cNvSpPr txBox="1"/>
            <p:nvPr/>
          </p:nvSpPr>
          <p:spPr>
            <a:xfrm>
              <a:off x="1514240" y="4816886"/>
              <a:ext cx="22890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Finding Problem Statement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8DC71A93-B148-4A8B-B0CA-4AD086FE8D7B}"/>
                </a:ext>
              </a:extLst>
            </p:cNvPr>
            <p:cNvSpPr txBox="1"/>
            <p:nvPr/>
          </p:nvSpPr>
          <p:spPr>
            <a:xfrm>
              <a:off x="1733898" y="5088543"/>
              <a:ext cx="184973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Looked online for songs and thought about making a website with my team using sentiment analysis.</a:t>
              </a:r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70B20FE2-BC47-4EB2-B7EA-CBE6F5B390D3}"/>
              </a:ext>
            </a:extLst>
          </p:cNvPr>
          <p:cNvSpPr txBox="1"/>
          <p:nvPr/>
        </p:nvSpPr>
        <p:spPr>
          <a:xfrm>
            <a:off x="2594536" y="3709155"/>
            <a:ext cx="2289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5969"/>
                </a:solidFill>
                <a:latin typeface="Tw Cen MT" panose="020B0602020104020603" pitchFamily="34" charset="0"/>
              </a:rPr>
              <a:t>18-01-2025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EB19012-A13E-4E01-97E1-4BD9BE0B2C4A}"/>
              </a:ext>
            </a:extLst>
          </p:cNvPr>
          <p:cNvGrpSpPr/>
          <p:nvPr/>
        </p:nvGrpSpPr>
        <p:grpSpPr>
          <a:xfrm>
            <a:off x="4783446" y="4142156"/>
            <a:ext cx="2289049" cy="733322"/>
            <a:chOff x="1514240" y="4816886"/>
            <a:chExt cx="2289049" cy="733322"/>
          </a:xfrm>
        </p:grpSpPr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5FF83314-6443-4064-B8AD-715FDF38C0B1}"/>
                </a:ext>
              </a:extLst>
            </p:cNvPr>
            <p:cNvSpPr txBox="1"/>
            <p:nvPr/>
          </p:nvSpPr>
          <p:spPr>
            <a:xfrm>
              <a:off x="1514240" y="4816886"/>
              <a:ext cx="2289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Implementation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AFB0129A-D09E-4693-96AE-20F4A2C31E42}"/>
                </a:ext>
              </a:extLst>
            </p:cNvPr>
            <p:cNvSpPr txBox="1"/>
            <p:nvPr/>
          </p:nvSpPr>
          <p:spPr>
            <a:xfrm>
              <a:off x="1733898" y="5088543"/>
              <a:ext cx="18497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Implementing ideas into code and proper working.</a:t>
              </a:r>
            </a:p>
          </p:txBody>
        </p: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B58D17C2-3595-44AD-9D77-27C29A8030BC}"/>
              </a:ext>
            </a:extLst>
          </p:cNvPr>
          <p:cNvSpPr txBox="1"/>
          <p:nvPr/>
        </p:nvSpPr>
        <p:spPr>
          <a:xfrm>
            <a:off x="4783446" y="3709155"/>
            <a:ext cx="2289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52CBBE"/>
                </a:solidFill>
                <a:latin typeface="Tw Cen MT" panose="020B0602020104020603" pitchFamily="34" charset="0"/>
              </a:rPr>
              <a:t>20-03-2025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115D3786-3CB0-4D98-9C2D-11D4FBA5EAB9}"/>
              </a:ext>
            </a:extLst>
          </p:cNvPr>
          <p:cNvGrpSpPr/>
          <p:nvPr/>
        </p:nvGrpSpPr>
        <p:grpSpPr>
          <a:xfrm>
            <a:off x="6912585" y="4142156"/>
            <a:ext cx="2289049" cy="917988"/>
            <a:chOff x="1514240" y="4816886"/>
            <a:chExt cx="2289049" cy="917988"/>
          </a:xfrm>
        </p:grpSpPr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72131EC-94E6-4982-85F7-903D6FA72171}"/>
                </a:ext>
              </a:extLst>
            </p:cNvPr>
            <p:cNvSpPr txBox="1"/>
            <p:nvPr/>
          </p:nvSpPr>
          <p:spPr>
            <a:xfrm>
              <a:off x="1514240" y="4816886"/>
              <a:ext cx="22890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Final Product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B60C2261-B057-44FB-B300-F0F52E3F90C0}"/>
                </a:ext>
              </a:extLst>
            </p:cNvPr>
            <p:cNvSpPr txBox="1"/>
            <p:nvPr/>
          </p:nvSpPr>
          <p:spPr>
            <a:xfrm>
              <a:off x="1733898" y="5088543"/>
              <a:ext cx="184973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Final Product will be on a website along with a tutorial.</a:t>
              </a:r>
            </a:p>
          </p:txBody>
        </p: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D8562F22-E78F-4DD5-9BBD-EEAB69C0B365}"/>
              </a:ext>
            </a:extLst>
          </p:cNvPr>
          <p:cNvSpPr txBox="1"/>
          <p:nvPr/>
        </p:nvSpPr>
        <p:spPr>
          <a:xfrm>
            <a:off x="6912585" y="3709155"/>
            <a:ext cx="2289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EC630"/>
                </a:solidFill>
                <a:latin typeface="Tw Cen MT" panose="020B0602020104020603" pitchFamily="34" charset="0"/>
              </a:rPr>
              <a:t>06-04-2025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11450F4-A7BD-494E-BD71-C6C5EB8D03D1}"/>
              </a:ext>
            </a:extLst>
          </p:cNvPr>
          <p:cNvGrpSpPr/>
          <p:nvPr/>
        </p:nvGrpSpPr>
        <p:grpSpPr>
          <a:xfrm>
            <a:off x="3101220" y="1755914"/>
            <a:ext cx="1275682" cy="1275682"/>
            <a:chOff x="3063120" y="1755914"/>
            <a:chExt cx="1275682" cy="1275682"/>
          </a:xfrm>
        </p:grpSpPr>
        <p:sp>
          <p:nvSpPr>
            <p:cNvPr id="120" name="Teardrop 119">
              <a:extLst>
                <a:ext uri="{FF2B5EF4-FFF2-40B4-BE49-F238E27FC236}">
                  <a16:creationId xmlns:a16="http://schemas.microsoft.com/office/drawing/2014/main" id="{5E489B47-B2BB-4EFB-8EC4-21C10615E463}"/>
                </a:ext>
              </a:extLst>
            </p:cNvPr>
            <p:cNvSpPr/>
            <p:nvPr/>
          </p:nvSpPr>
          <p:spPr>
            <a:xfrm rot="8100000">
              <a:off x="3063120" y="1755914"/>
              <a:ext cx="1275682" cy="1275682"/>
            </a:xfrm>
            <a:prstGeom prst="teardrop">
              <a:avLst>
                <a:gd name="adj" fmla="val 109962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862B435C-D1B2-4C1C-B995-8D888E87C5D7}"/>
                </a:ext>
              </a:extLst>
            </p:cNvPr>
            <p:cNvSpPr/>
            <p:nvPr/>
          </p:nvSpPr>
          <p:spPr>
            <a:xfrm>
              <a:off x="3257469" y="1948912"/>
              <a:ext cx="889686" cy="8896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1" name="Picture 130">
              <a:extLst>
                <a:ext uri="{FF2B5EF4-FFF2-40B4-BE49-F238E27FC236}">
                  <a16:creationId xmlns:a16="http://schemas.microsoft.com/office/drawing/2014/main" id="{262C0D94-FE17-421D-AA32-BD4AFE13E6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86696" y="2066644"/>
              <a:ext cx="627392" cy="627390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91C1607-C8B7-4B99-9DC5-3321A9E92D49}"/>
              </a:ext>
            </a:extLst>
          </p:cNvPr>
          <p:cNvGrpSpPr/>
          <p:nvPr/>
        </p:nvGrpSpPr>
        <p:grpSpPr>
          <a:xfrm>
            <a:off x="5280540" y="1755914"/>
            <a:ext cx="1275682" cy="1275682"/>
            <a:chOff x="5242440" y="1755914"/>
            <a:chExt cx="1275682" cy="1275682"/>
          </a:xfrm>
        </p:grpSpPr>
        <p:sp>
          <p:nvSpPr>
            <p:cNvPr id="124" name="Teardrop 123">
              <a:extLst>
                <a:ext uri="{FF2B5EF4-FFF2-40B4-BE49-F238E27FC236}">
                  <a16:creationId xmlns:a16="http://schemas.microsoft.com/office/drawing/2014/main" id="{A44D7BEA-70F0-4773-A72C-A5B9951D3536}"/>
                </a:ext>
              </a:extLst>
            </p:cNvPr>
            <p:cNvSpPr/>
            <p:nvPr/>
          </p:nvSpPr>
          <p:spPr>
            <a:xfrm rot="8100000">
              <a:off x="5242440" y="1755914"/>
              <a:ext cx="1275682" cy="1275682"/>
            </a:xfrm>
            <a:prstGeom prst="teardrop">
              <a:avLst>
                <a:gd name="adj" fmla="val 109962"/>
              </a:avLst>
            </a:prstGeom>
            <a:solidFill>
              <a:srgbClr val="52CB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1431DABB-47B8-4640-BD39-9CC7E2CDA115}"/>
                </a:ext>
              </a:extLst>
            </p:cNvPr>
            <p:cNvSpPr/>
            <p:nvPr/>
          </p:nvSpPr>
          <p:spPr>
            <a:xfrm>
              <a:off x="5436789" y="1948912"/>
              <a:ext cx="889686" cy="8896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B5EEDA48-5891-495E-A9A5-8AEE839470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65681" y="2061164"/>
              <a:ext cx="659146" cy="659144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A807BE1-996E-4364-AC05-CAC8C826377C}"/>
              </a:ext>
            </a:extLst>
          </p:cNvPr>
          <p:cNvGrpSpPr/>
          <p:nvPr/>
        </p:nvGrpSpPr>
        <p:grpSpPr>
          <a:xfrm>
            <a:off x="7391281" y="1755914"/>
            <a:ext cx="1275682" cy="1275682"/>
            <a:chOff x="7353181" y="1755914"/>
            <a:chExt cx="1275682" cy="1275682"/>
          </a:xfrm>
        </p:grpSpPr>
        <p:sp>
          <p:nvSpPr>
            <p:cNvPr id="128" name="Teardrop 127">
              <a:extLst>
                <a:ext uri="{FF2B5EF4-FFF2-40B4-BE49-F238E27FC236}">
                  <a16:creationId xmlns:a16="http://schemas.microsoft.com/office/drawing/2014/main" id="{76257F1B-992C-4717-A6A2-EDE25A4F31C3}"/>
                </a:ext>
              </a:extLst>
            </p:cNvPr>
            <p:cNvSpPr/>
            <p:nvPr/>
          </p:nvSpPr>
          <p:spPr>
            <a:xfrm rot="8100000">
              <a:off x="7353181" y="1755914"/>
              <a:ext cx="1275682" cy="1275682"/>
            </a:xfrm>
            <a:prstGeom prst="teardrop">
              <a:avLst>
                <a:gd name="adj" fmla="val 109962"/>
              </a:avLst>
            </a:prstGeom>
            <a:solidFill>
              <a:srgbClr val="FEC6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CBB174F9-BA66-486F-BC62-F2720CED100C}"/>
                </a:ext>
              </a:extLst>
            </p:cNvPr>
            <p:cNvSpPr/>
            <p:nvPr/>
          </p:nvSpPr>
          <p:spPr>
            <a:xfrm>
              <a:off x="7547530" y="1948912"/>
              <a:ext cx="889686" cy="8896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58BE45EE-A44E-41D8-8C13-099C1F70EFC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8666" y="2048456"/>
              <a:ext cx="684562" cy="684560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E5A649A-848C-FF3C-4686-DFD267C4EC25}"/>
              </a:ext>
            </a:extLst>
          </p:cNvPr>
          <p:cNvSpPr txBox="1"/>
          <p:nvPr/>
        </p:nvSpPr>
        <p:spPr>
          <a:xfrm rot="16200000">
            <a:off x="-1264734" y="3281938"/>
            <a:ext cx="408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0EEF0"/>
                </a:solidFill>
                <a:latin typeface="Tw Cen MT" panose="020B0602020104020603" pitchFamily="34" charset="0"/>
              </a:rPr>
              <a:t>Servi</a:t>
            </a:r>
            <a:r>
              <a:rPr lang="en-US" sz="2400" b="1" i="1" dirty="0">
                <a:solidFill>
                  <a:srgbClr val="F0EEF0"/>
                </a:solidFill>
                <a:latin typeface="Tw Cen MT" panose="020B0602020104020603" pitchFamily="34" charset="0"/>
              </a:rPr>
              <a:t>ce</a:t>
            </a:r>
            <a:r>
              <a:rPr lang="en-US" sz="2400" b="1" dirty="0">
                <a:solidFill>
                  <a:srgbClr val="F0EEF0"/>
                </a:solidFill>
                <a:latin typeface="Tw Cen MT" panose="020B0602020104020603" pitchFamily="34" charset="0"/>
              </a:rPr>
              <a:t>s and tech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4499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12294">
        <p159:morph option="byObject"/>
      </p:transition>
    </mc:Choice>
    <mc:Fallback xmlns="">
      <p:transition spd="med" advTm="1229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"/>
                            </p:stCondLst>
                            <p:childTnLst>
                              <p:par>
                                <p:cTn id="3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25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2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75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"/>
                            </p:stCondLst>
                            <p:childTnLst>
                              <p:par>
                                <p:cTn id="6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25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5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2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750"/>
                            </p:stCondLst>
                            <p:childTnLst>
                              <p:par>
                                <p:cTn id="6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2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2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000"/>
                            </p:stCondLst>
                            <p:childTnLst>
                              <p:par>
                                <p:cTn id="7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2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2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250"/>
                            </p:stCondLst>
                            <p:childTnLst>
                              <p:par>
                                <p:cTn id="7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/>
      <p:bldP spid="114" grpId="0"/>
      <p:bldP spid="1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10781169-B7A4-446E-BD33-B9650367A7F9}"/>
              </a:ext>
            </a:extLst>
          </p:cNvPr>
          <p:cNvGrpSpPr/>
          <p:nvPr/>
        </p:nvGrpSpPr>
        <p:grpSpPr>
          <a:xfrm>
            <a:off x="-290920" y="0"/>
            <a:ext cx="12482920" cy="6858000"/>
            <a:chOff x="-290920" y="0"/>
            <a:chExt cx="12482920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ED3AF08-30FC-4AFF-9C5C-99D0A7099514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9AF1FBA-9557-484A-B305-EE590A192E96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07E3AA2-679E-4924-AC1B-FE6C3A02C251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Problem</a:t>
              </a: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CD9846FC-755F-4A0E-BAD3-A5D51C0E1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00A67C9-4929-4EFF-9CB6-292640CD2738}"/>
              </a:ext>
            </a:extLst>
          </p:cNvPr>
          <p:cNvGrpSpPr/>
          <p:nvPr/>
        </p:nvGrpSpPr>
        <p:grpSpPr>
          <a:xfrm>
            <a:off x="226788" y="-2"/>
            <a:ext cx="12080930" cy="6858000"/>
            <a:chOff x="213096" y="0"/>
            <a:chExt cx="12080930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E8CDB02-4760-4298-BC44-93A18EB02F13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7C0FD50-5E69-463E-A01B-65E9D864A386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4CBFB1D-37FD-419F-B98C-860BF5217905}"/>
                </a:ext>
              </a:extLst>
            </p:cNvPr>
            <p:cNvSpPr txBox="1"/>
            <p:nvPr/>
          </p:nvSpPr>
          <p:spPr>
            <a:xfrm rot="16200000">
              <a:off x="10697819" y="2828835"/>
              <a:ext cx="199208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Objectives</a:t>
              </a: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60B383F7-52C5-4FB7-AEC3-35A48D735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F7667A6-1C16-4F0A-A162-61BD16E6BE6B}"/>
              </a:ext>
            </a:extLst>
          </p:cNvPr>
          <p:cNvGrpSpPr/>
          <p:nvPr/>
        </p:nvGrpSpPr>
        <p:grpSpPr>
          <a:xfrm>
            <a:off x="1184133" y="0"/>
            <a:ext cx="9961092" cy="6858000"/>
            <a:chOff x="491575" y="0"/>
            <a:chExt cx="9961092" cy="68580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E8C29A9-4AAB-442C-A7A4-40DCCE0A9694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1520FE7-5699-4290-9C3C-51E0C60ECC6B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FD50D6F-822B-4109-8B0C-BA004A0B7145}"/>
                </a:ext>
              </a:extLst>
            </p:cNvPr>
            <p:cNvSpPr txBox="1"/>
            <p:nvPr/>
          </p:nvSpPr>
          <p:spPr>
            <a:xfrm rot="16200000">
              <a:off x="9117129" y="3189611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timeline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0376C61F-147B-441E-B32E-45D5BC1B6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990CE96C-B0E8-49CB-B717-EBFFECB66027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E70D3F9-D583-4ACD-8480-0F4A65ED3C83}"/>
              </a:ext>
            </a:extLst>
          </p:cNvPr>
          <p:cNvGrpSpPr/>
          <p:nvPr/>
        </p:nvGrpSpPr>
        <p:grpSpPr>
          <a:xfrm>
            <a:off x="1050130" y="-4"/>
            <a:ext cx="9574094" cy="6858000"/>
            <a:chOff x="537025" y="36196"/>
            <a:chExt cx="9574094" cy="685800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321108FC-08B5-45CC-AB47-1104119B25FD}"/>
                </a:ext>
              </a:extLst>
            </p:cNvPr>
            <p:cNvSpPr/>
            <p:nvPr/>
          </p:nvSpPr>
          <p:spPr>
            <a:xfrm>
              <a:off x="537025" y="36196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96A47C8C-7F88-484E-817B-572BEDC2BC69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3DB5570-AC77-4396-9748-4183DF7C8396}"/>
                </a:ext>
              </a:extLst>
            </p:cNvPr>
            <p:cNvSpPr txBox="1"/>
            <p:nvPr/>
          </p:nvSpPr>
          <p:spPr>
            <a:xfrm rot="16200000">
              <a:off x="8746453" y="3189610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teams</a:t>
              </a:r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F6ED4041-CDD9-443D-802E-47D438790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7044FAB-DB4A-4E59-B111-8CA4168E7FA4}"/>
              </a:ext>
            </a:extLst>
          </p:cNvPr>
          <p:cNvGrpSpPr/>
          <p:nvPr/>
        </p:nvGrpSpPr>
        <p:grpSpPr>
          <a:xfrm>
            <a:off x="-7638543" y="-1"/>
            <a:ext cx="8692331" cy="6858000"/>
            <a:chOff x="718505" y="-1"/>
            <a:chExt cx="8692331" cy="68580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24F072A-08CC-4CC6-B5EF-C1833A244FA3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3C6C4A9-8B6A-429B-980E-26CD0C3A573E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9DF2E944-82FA-495B-8A5C-9BDE263553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0E31D48-090A-4A9C-AF5C-4B0C49C47C7D}"/>
              </a:ext>
            </a:extLst>
          </p:cNvPr>
          <p:cNvGrpSpPr/>
          <p:nvPr/>
        </p:nvGrpSpPr>
        <p:grpSpPr>
          <a:xfrm>
            <a:off x="-9395082" y="-1"/>
            <a:ext cx="10423471" cy="6858000"/>
            <a:chOff x="-9337032" y="-1"/>
            <a:chExt cx="10423471" cy="68580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3A79A714-CB74-4EFD-9BC1-A7F2F993842A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B006C60A-833A-41C2-A553-8132E7B3A7DB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95AECC6C-A520-4756-9163-08D14835D791}"/>
                </a:ext>
              </a:extLst>
            </p:cNvPr>
            <p:cNvSpPr txBox="1"/>
            <p:nvPr/>
          </p:nvSpPr>
          <p:spPr>
            <a:xfrm rot="16200000">
              <a:off x="-1892671" y="3035716"/>
              <a:ext cx="500411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Results and demo</a:t>
              </a:r>
            </a:p>
            <a:p>
              <a:pPr algn="ctr"/>
              <a:endParaRPr lang="en-US" sz="36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0F8A56B9-A504-4035-8439-53ED4617B8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FECBB9F-A6DA-4867-8BFF-1EB9CC0E78D3}"/>
              </a:ext>
            </a:extLst>
          </p:cNvPr>
          <p:cNvGrpSpPr/>
          <p:nvPr/>
        </p:nvGrpSpPr>
        <p:grpSpPr>
          <a:xfrm>
            <a:off x="2065146" y="1189341"/>
            <a:ext cx="662608" cy="523220"/>
            <a:chOff x="668600" y="2123782"/>
            <a:chExt cx="662608" cy="523220"/>
          </a:xfrm>
        </p:grpSpPr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758FFA05-60D3-49D7-AD33-70C14A462582}"/>
                </a:ext>
              </a:extLst>
            </p:cNvPr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6F674720-AA72-463C-A9F5-CC05A31FD455}"/>
                </a:ext>
              </a:extLst>
            </p:cNvPr>
            <p:cNvSpPr txBox="1"/>
            <p:nvPr/>
          </p:nvSpPr>
          <p:spPr>
            <a:xfrm>
              <a:off x="668600" y="2154559"/>
              <a:ext cx="6626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01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999227E9-EB21-4059-B513-140E8EB32283}"/>
              </a:ext>
            </a:extLst>
          </p:cNvPr>
          <p:cNvGrpSpPr/>
          <p:nvPr/>
        </p:nvGrpSpPr>
        <p:grpSpPr>
          <a:xfrm>
            <a:off x="6097300" y="1112905"/>
            <a:ext cx="662608" cy="508072"/>
            <a:chOff x="662610" y="2131356"/>
            <a:chExt cx="662608" cy="508072"/>
          </a:xfrm>
        </p:grpSpPr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16BFFE64-6C8E-4F76-92AF-FE854A15A057}"/>
                </a:ext>
              </a:extLst>
            </p:cNvPr>
            <p:cNvSpPr/>
            <p:nvPr/>
          </p:nvSpPr>
          <p:spPr>
            <a:xfrm>
              <a:off x="739878" y="2131356"/>
              <a:ext cx="508072" cy="508072"/>
            </a:xfrm>
            <a:prstGeom prst="ellipse">
              <a:avLst/>
            </a:pr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A560E021-6D3E-44E0-9017-02F6FD846B8E}"/>
                </a:ext>
              </a:extLst>
            </p:cNvPr>
            <p:cNvSpPr txBox="1"/>
            <p:nvPr/>
          </p:nvSpPr>
          <p:spPr>
            <a:xfrm>
              <a:off x="662610" y="2154558"/>
              <a:ext cx="6626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04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642619BF-D98C-42FE-8077-B8745D93F239}"/>
              </a:ext>
            </a:extLst>
          </p:cNvPr>
          <p:cNvGrpSpPr/>
          <p:nvPr/>
        </p:nvGrpSpPr>
        <p:grpSpPr>
          <a:xfrm>
            <a:off x="6392191" y="1074271"/>
            <a:ext cx="3048141" cy="1175555"/>
            <a:chOff x="1381462" y="3497665"/>
            <a:chExt cx="3048141" cy="1175555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47D438D1-4A2C-457A-A675-A2FFD11F8FC1}"/>
                </a:ext>
              </a:extLst>
            </p:cNvPr>
            <p:cNvSpPr txBox="1"/>
            <p:nvPr/>
          </p:nvSpPr>
          <p:spPr>
            <a:xfrm>
              <a:off x="1583147" y="3497665"/>
              <a:ext cx="26447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5969"/>
                  </a:solidFill>
                  <a:latin typeface="Tw Cen MT" panose="020B0602020104020603" pitchFamily="34" charset="0"/>
                </a:rPr>
                <a:t>Pallav Sharma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EFA98CF0-C7D5-4BB1-AE6B-892973EDC2B3}"/>
                </a:ext>
              </a:extLst>
            </p:cNvPr>
            <p:cNvSpPr txBox="1"/>
            <p:nvPr/>
          </p:nvSpPr>
          <p:spPr>
            <a:xfrm>
              <a:off x="1583147" y="3935276"/>
              <a:ext cx="2644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Member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ADB9B462-21BE-4A91-8264-768F8688631E}"/>
                </a:ext>
              </a:extLst>
            </p:cNvPr>
            <p:cNvSpPr txBox="1"/>
            <p:nvPr/>
          </p:nvSpPr>
          <p:spPr>
            <a:xfrm>
              <a:off x="1381462" y="4303888"/>
              <a:ext cx="30481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A5E2E5DE-DB63-4888-A16C-FBB53DF5105F}"/>
              </a:ext>
            </a:extLst>
          </p:cNvPr>
          <p:cNvGrpSpPr/>
          <p:nvPr/>
        </p:nvGrpSpPr>
        <p:grpSpPr>
          <a:xfrm>
            <a:off x="2293499" y="1096203"/>
            <a:ext cx="3048141" cy="1190679"/>
            <a:chOff x="6667645" y="2993799"/>
            <a:chExt cx="3048141" cy="1190679"/>
          </a:xfrm>
        </p:grpSpPr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A72104E9-D31B-4FE5-8105-9C439D743046}"/>
                </a:ext>
              </a:extLst>
            </p:cNvPr>
            <p:cNvSpPr txBox="1"/>
            <p:nvPr/>
          </p:nvSpPr>
          <p:spPr>
            <a:xfrm>
              <a:off x="6869330" y="2993799"/>
              <a:ext cx="26447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5D7373"/>
                  </a:solidFill>
                  <a:latin typeface="Tw Cen MT" panose="020B0602020104020603" pitchFamily="34" charset="0"/>
                </a:rPr>
                <a:t>Abhiraj Ghose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2C9848EF-A792-46BC-8A1A-95DC4C6A8499}"/>
                </a:ext>
              </a:extLst>
            </p:cNvPr>
            <p:cNvSpPr txBox="1"/>
            <p:nvPr/>
          </p:nvSpPr>
          <p:spPr>
            <a:xfrm>
              <a:off x="6869330" y="3446534"/>
              <a:ext cx="2644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Leader 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EC21C292-71CC-48CF-BD5C-47D7BFAC5B36}"/>
                </a:ext>
              </a:extLst>
            </p:cNvPr>
            <p:cNvSpPr txBox="1"/>
            <p:nvPr/>
          </p:nvSpPr>
          <p:spPr>
            <a:xfrm>
              <a:off x="6667645" y="3815146"/>
              <a:ext cx="30481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EA40E95-555E-06C5-3558-213CB2088736}"/>
              </a:ext>
            </a:extLst>
          </p:cNvPr>
          <p:cNvSpPr txBox="1"/>
          <p:nvPr/>
        </p:nvSpPr>
        <p:spPr>
          <a:xfrm rot="16200000">
            <a:off x="-1264734" y="3281938"/>
            <a:ext cx="408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0EEF0"/>
                </a:solidFill>
                <a:latin typeface="Tw Cen MT" panose="020B0602020104020603" pitchFamily="34" charset="0"/>
              </a:rPr>
              <a:t>Servi</a:t>
            </a:r>
            <a:r>
              <a:rPr lang="en-US" sz="2400" b="1" i="1" dirty="0">
                <a:solidFill>
                  <a:srgbClr val="F0EEF0"/>
                </a:solidFill>
                <a:latin typeface="Tw Cen MT" panose="020B0602020104020603" pitchFamily="34" charset="0"/>
              </a:rPr>
              <a:t>ce</a:t>
            </a:r>
            <a:r>
              <a:rPr lang="en-US" sz="2400" b="1" dirty="0">
                <a:solidFill>
                  <a:srgbClr val="F0EEF0"/>
                </a:solidFill>
                <a:latin typeface="Tw Cen MT" panose="020B0602020104020603" pitchFamily="34" charset="0"/>
              </a:rPr>
              <a:t>s and tech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382E30-DE6E-DA12-9410-DFE283FD453C}"/>
              </a:ext>
            </a:extLst>
          </p:cNvPr>
          <p:cNvSpPr txBox="1"/>
          <p:nvPr/>
        </p:nvSpPr>
        <p:spPr>
          <a:xfrm>
            <a:off x="4108418" y="3160422"/>
            <a:ext cx="3048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dirty="0">
              <a:solidFill>
                <a:schemeClr val="bg1">
                  <a:lumMod val="65000"/>
                </a:schemeClr>
              </a:solidFill>
              <a:latin typeface="Tw Cen MT" panose="020B0602020104020603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B3B98FC-1F8E-3752-0C4A-4C6FA21C3F04}"/>
              </a:ext>
            </a:extLst>
          </p:cNvPr>
          <p:cNvGrpSpPr/>
          <p:nvPr/>
        </p:nvGrpSpPr>
        <p:grpSpPr>
          <a:xfrm>
            <a:off x="6007266" y="4788790"/>
            <a:ext cx="662608" cy="523220"/>
            <a:chOff x="668600" y="2123782"/>
            <a:chExt cx="662608" cy="52322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3076CE0-215F-0481-7787-B8E980981784}"/>
                </a:ext>
              </a:extLst>
            </p:cNvPr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6FDB314-255E-0C27-42ED-F405FE0BD75D}"/>
                </a:ext>
              </a:extLst>
            </p:cNvPr>
            <p:cNvSpPr txBox="1"/>
            <p:nvPr/>
          </p:nvSpPr>
          <p:spPr>
            <a:xfrm>
              <a:off x="668600" y="2154559"/>
              <a:ext cx="6626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06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E3CD5B9-56EC-E24E-22B5-E84860806E35}"/>
              </a:ext>
            </a:extLst>
          </p:cNvPr>
          <p:cNvGrpSpPr/>
          <p:nvPr/>
        </p:nvGrpSpPr>
        <p:grpSpPr>
          <a:xfrm>
            <a:off x="6190506" y="4631144"/>
            <a:ext cx="3048141" cy="1175555"/>
            <a:chOff x="1381462" y="3497665"/>
            <a:chExt cx="3048141" cy="117555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0E1D510-A885-D4F4-5149-73B19BB06D4E}"/>
                </a:ext>
              </a:extLst>
            </p:cNvPr>
            <p:cNvSpPr txBox="1"/>
            <p:nvPr/>
          </p:nvSpPr>
          <p:spPr>
            <a:xfrm>
              <a:off x="1583147" y="3497665"/>
              <a:ext cx="26447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5969"/>
                  </a:solidFill>
                  <a:latin typeface="Tw Cen MT" panose="020B0602020104020603" pitchFamily="34" charset="0"/>
                </a:rPr>
                <a:t>Pallav Sharma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5B65026-13FE-C474-E817-740BAC4BFC0D}"/>
                </a:ext>
              </a:extLst>
            </p:cNvPr>
            <p:cNvSpPr txBox="1"/>
            <p:nvPr/>
          </p:nvSpPr>
          <p:spPr>
            <a:xfrm>
              <a:off x="1583147" y="3935276"/>
              <a:ext cx="2644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Member,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A3999A2-4BD8-67D5-2D9F-DA6F3A6F9808}"/>
                </a:ext>
              </a:extLst>
            </p:cNvPr>
            <p:cNvSpPr txBox="1"/>
            <p:nvPr/>
          </p:nvSpPr>
          <p:spPr>
            <a:xfrm>
              <a:off x="1381462" y="4303888"/>
              <a:ext cx="30481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F3FAC03-8985-511B-AE5B-F348CAAB1C50}"/>
              </a:ext>
            </a:extLst>
          </p:cNvPr>
          <p:cNvGrpSpPr/>
          <p:nvPr/>
        </p:nvGrpSpPr>
        <p:grpSpPr>
          <a:xfrm>
            <a:off x="2151896" y="4896698"/>
            <a:ext cx="662608" cy="523220"/>
            <a:chOff x="668600" y="2123782"/>
            <a:chExt cx="662608" cy="52322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DFC139E-36D7-D1A2-5005-EA2E9AFF4EE1}"/>
                </a:ext>
              </a:extLst>
            </p:cNvPr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79B7AF7-17EF-208F-15AF-3768B0326225}"/>
                </a:ext>
              </a:extLst>
            </p:cNvPr>
            <p:cNvSpPr txBox="1"/>
            <p:nvPr/>
          </p:nvSpPr>
          <p:spPr>
            <a:xfrm>
              <a:off x="668600" y="2154559"/>
              <a:ext cx="6626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03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007DA3B-FFE2-50BF-6117-CCBE76780A83}"/>
              </a:ext>
            </a:extLst>
          </p:cNvPr>
          <p:cNvGrpSpPr/>
          <p:nvPr/>
        </p:nvGrpSpPr>
        <p:grpSpPr>
          <a:xfrm>
            <a:off x="2267696" y="4779288"/>
            <a:ext cx="3048141" cy="1175555"/>
            <a:chOff x="1381462" y="3497665"/>
            <a:chExt cx="3048141" cy="117555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B797551-4F2E-E376-DB15-E326CB421D7F}"/>
                </a:ext>
              </a:extLst>
            </p:cNvPr>
            <p:cNvSpPr txBox="1"/>
            <p:nvPr/>
          </p:nvSpPr>
          <p:spPr>
            <a:xfrm>
              <a:off x="1583147" y="3497665"/>
              <a:ext cx="26447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5969"/>
                  </a:solidFill>
                  <a:latin typeface="Tw Cen MT" panose="020B0602020104020603" pitchFamily="34" charset="0"/>
                </a:rPr>
                <a:t>Pallav Sharma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D1B1D8C-CAC7-A0A5-B366-C160427EF11C}"/>
                </a:ext>
              </a:extLst>
            </p:cNvPr>
            <p:cNvSpPr txBox="1"/>
            <p:nvPr/>
          </p:nvSpPr>
          <p:spPr>
            <a:xfrm>
              <a:off x="1583147" y="3935276"/>
              <a:ext cx="2644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Member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32B6702-2824-B497-DA24-92267D52EAFB}"/>
                </a:ext>
              </a:extLst>
            </p:cNvPr>
            <p:cNvSpPr txBox="1"/>
            <p:nvPr/>
          </p:nvSpPr>
          <p:spPr>
            <a:xfrm>
              <a:off x="1381462" y="4303888"/>
              <a:ext cx="30481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50228D3-3A12-FF57-2550-AA2D9B65735A}"/>
              </a:ext>
            </a:extLst>
          </p:cNvPr>
          <p:cNvGrpSpPr/>
          <p:nvPr/>
        </p:nvGrpSpPr>
        <p:grpSpPr>
          <a:xfrm>
            <a:off x="5997741" y="2867230"/>
            <a:ext cx="662608" cy="523220"/>
            <a:chOff x="668600" y="2123782"/>
            <a:chExt cx="662608" cy="52322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417F064-633A-28AA-52C6-664770210213}"/>
                </a:ext>
              </a:extLst>
            </p:cNvPr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06B9CDA-1DAC-7B6D-3758-75D97B420C32}"/>
                </a:ext>
              </a:extLst>
            </p:cNvPr>
            <p:cNvSpPr txBox="1"/>
            <p:nvPr/>
          </p:nvSpPr>
          <p:spPr>
            <a:xfrm>
              <a:off x="668600" y="2154559"/>
              <a:ext cx="6626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05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7DB294C-6139-E27D-411C-627D827024AD}"/>
              </a:ext>
            </a:extLst>
          </p:cNvPr>
          <p:cNvGrpSpPr/>
          <p:nvPr/>
        </p:nvGrpSpPr>
        <p:grpSpPr>
          <a:xfrm>
            <a:off x="6229849" y="2952213"/>
            <a:ext cx="3048141" cy="1175555"/>
            <a:chOff x="1381462" y="3497665"/>
            <a:chExt cx="3048141" cy="117555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74AA8E0-965E-2BB8-0BEE-269BCA9C77B9}"/>
                </a:ext>
              </a:extLst>
            </p:cNvPr>
            <p:cNvSpPr txBox="1"/>
            <p:nvPr/>
          </p:nvSpPr>
          <p:spPr>
            <a:xfrm>
              <a:off x="1583147" y="3497665"/>
              <a:ext cx="26447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5969"/>
                  </a:solidFill>
                  <a:latin typeface="Tw Cen MT" panose="020B0602020104020603" pitchFamily="34" charset="0"/>
                </a:rPr>
                <a:t>Vishnu Chityala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9FC2573-91B7-7BA6-E373-F57DC1BD69A9}"/>
                </a:ext>
              </a:extLst>
            </p:cNvPr>
            <p:cNvSpPr txBox="1"/>
            <p:nvPr/>
          </p:nvSpPr>
          <p:spPr>
            <a:xfrm>
              <a:off x="1583147" y="3935276"/>
              <a:ext cx="2644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Member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8EE48EC-DB17-7A62-E72F-CF2421C2B596}"/>
                </a:ext>
              </a:extLst>
            </p:cNvPr>
            <p:cNvSpPr txBox="1"/>
            <p:nvPr/>
          </p:nvSpPr>
          <p:spPr>
            <a:xfrm>
              <a:off x="1381462" y="4303888"/>
              <a:ext cx="30481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4FCF1CA-20A0-0F6A-748E-422A5F515857}"/>
              </a:ext>
            </a:extLst>
          </p:cNvPr>
          <p:cNvGrpSpPr/>
          <p:nvPr/>
        </p:nvGrpSpPr>
        <p:grpSpPr>
          <a:xfrm>
            <a:off x="2073253" y="2984315"/>
            <a:ext cx="662608" cy="523220"/>
            <a:chOff x="668600" y="2123782"/>
            <a:chExt cx="662608" cy="52322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855B60D-4B26-1ECC-9F3B-7CD35789E0BE}"/>
                </a:ext>
              </a:extLst>
            </p:cNvPr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9ABBAAE-C52D-CDB6-3B74-515AE6B6E0BC}"/>
                </a:ext>
              </a:extLst>
            </p:cNvPr>
            <p:cNvSpPr txBox="1"/>
            <p:nvPr/>
          </p:nvSpPr>
          <p:spPr>
            <a:xfrm>
              <a:off x="668600" y="2154559"/>
              <a:ext cx="6626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02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DBA32C7-B18F-147F-77BC-D0E19C79B966}"/>
              </a:ext>
            </a:extLst>
          </p:cNvPr>
          <p:cNvGrpSpPr/>
          <p:nvPr/>
        </p:nvGrpSpPr>
        <p:grpSpPr>
          <a:xfrm>
            <a:off x="2017887" y="2986712"/>
            <a:ext cx="3048141" cy="1175555"/>
            <a:chOff x="1381462" y="3497665"/>
            <a:chExt cx="3048141" cy="1175555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4B83285-E626-06DF-0852-945C01A1718C}"/>
                </a:ext>
              </a:extLst>
            </p:cNvPr>
            <p:cNvSpPr txBox="1"/>
            <p:nvPr/>
          </p:nvSpPr>
          <p:spPr>
            <a:xfrm>
              <a:off x="1583147" y="3497665"/>
              <a:ext cx="26447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5969"/>
                  </a:solidFill>
                  <a:latin typeface="Tw Cen MT" panose="020B0602020104020603" pitchFamily="34" charset="0"/>
                </a:rPr>
                <a:t>Reya Garg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1F5D97E-0D45-F68C-4C31-679991237C34}"/>
                </a:ext>
              </a:extLst>
            </p:cNvPr>
            <p:cNvSpPr txBox="1"/>
            <p:nvPr/>
          </p:nvSpPr>
          <p:spPr>
            <a:xfrm>
              <a:off x="1583147" y="3935276"/>
              <a:ext cx="26447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Member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0517FAE-6C99-F989-D4F9-ED504E82CED7}"/>
                </a:ext>
              </a:extLst>
            </p:cNvPr>
            <p:cNvSpPr txBox="1"/>
            <p:nvPr/>
          </p:nvSpPr>
          <p:spPr>
            <a:xfrm>
              <a:off x="1381462" y="4303888"/>
              <a:ext cx="30481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5200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3884">
        <p159:morph option="byObject"/>
      </p:transition>
    </mc:Choice>
    <mc:Fallback xmlns="">
      <p:transition spd="med" advTm="388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0"/>
                            </p:stCondLst>
                            <p:childTnLst>
                              <p:par>
                                <p:cTn id="6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500"/>
                            </p:stCondLst>
                            <p:childTnLst>
                              <p:par>
                                <p:cTn id="7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10781169-B7A4-446E-BD33-B9650367A7F9}"/>
              </a:ext>
            </a:extLst>
          </p:cNvPr>
          <p:cNvGrpSpPr/>
          <p:nvPr/>
        </p:nvGrpSpPr>
        <p:grpSpPr>
          <a:xfrm>
            <a:off x="-290920" y="0"/>
            <a:ext cx="12482920" cy="6858000"/>
            <a:chOff x="-290920" y="0"/>
            <a:chExt cx="12482920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ED3AF08-30FC-4AFF-9C5C-99D0A7099514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9AF1FBA-9557-484A-B305-EE590A192E96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07E3AA2-679E-4924-AC1B-FE6C3A02C251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Problem</a:t>
              </a: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CD9846FC-755F-4A0E-BAD3-A5D51C0E1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00A67C9-4929-4EFF-9CB6-292640CD2738}"/>
              </a:ext>
            </a:extLst>
          </p:cNvPr>
          <p:cNvGrpSpPr/>
          <p:nvPr/>
        </p:nvGrpSpPr>
        <p:grpSpPr>
          <a:xfrm>
            <a:off x="226788" y="-2"/>
            <a:ext cx="12050666" cy="6858000"/>
            <a:chOff x="213096" y="0"/>
            <a:chExt cx="12050666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E8CDB02-4760-4298-BC44-93A18EB02F13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7C0FD50-5E69-463E-A01B-65E9D864A386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4CBFB1D-37FD-419F-B98C-860BF5217905}"/>
                </a:ext>
              </a:extLst>
            </p:cNvPr>
            <p:cNvSpPr txBox="1"/>
            <p:nvPr/>
          </p:nvSpPr>
          <p:spPr>
            <a:xfrm rot="16200000">
              <a:off x="10667555" y="2861894"/>
              <a:ext cx="199208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Objectives</a:t>
              </a: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60B383F7-52C5-4FB7-AEC3-35A48D735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F7667A6-1C16-4F0A-A162-61BD16E6BE6B}"/>
              </a:ext>
            </a:extLst>
          </p:cNvPr>
          <p:cNvGrpSpPr/>
          <p:nvPr/>
        </p:nvGrpSpPr>
        <p:grpSpPr>
          <a:xfrm>
            <a:off x="1184133" y="0"/>
            <a:ext cx="9961092" cy="6858000"/>
            <a:chOff x="491575" y="0"/>
            <a:chExt cx="9961092" cy="68580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E8C29A9-4AAB-442C-A7A4-40DCCE0A9694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1520FE7-5699-4290-9C3C-51E0C60ECC6B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FD50D6F-822B-4109-8B0C-BA004A0B7145}"/>
                </a:ext>
              </a:extLst>
            </p:cNvPr>
            <p:cNvSpPr txBox="1"/>
            <p:nvPr/>
          </p:nvSpPr>
          <p:spPr>
            <a:xfrm rot="16200000">
              <a:off x="9117129" y="3189611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timeline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0376C61F-147B-441E-B32E-45D5BC1B6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990CE96C-B0E8-49CB-B717-EBFFECB66027}"/>
              </a:ext>
            </a:extLst>
          </p:cNvPr>
          <p:cNvSpPr/>
          <p:nvPr/>
        </p:nvSpPr>
        <p:spPr>
          <a:xfrm>
            <a:off x="-7962177" y="-1"/>
            <a:ext cx="5781368" cy="68580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E70D3F9-D583-4ACD-8480-0F4A65ED3C83}"/>
              </a:ext>
            </a:extLst>
          </p:cNvPr>
          <p:cNvGrpSpPr/>
          <p:nvPr/>
        </p:nvGrpSpPr>
        <p:grpSpPr>
          <a:xfrm>
            <a:off x="1049062" y="0"/>
            <a:ext cx="9574094" cy="6858000"/>
            <a:chOff x="491575" y="0"/>
            <a:chExt cx="9574094" cy="685800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321108FC-08B5-45CC-AB47-1104119B25FD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96A47C8C-7F88-484E-817B-572BEDC2BC69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3DB5570-AC77-4396-9748-4183DF7C8396}"/>
                </a:ext>
              </a:extLst>
            </p:cNvPr>
            <p:cNvSpPr txBox="1"/>
            <p:nvPr/>
          </p:nvSpPr>
          <p:spPr>
            <a:xfrm rot="16200000">
              <a:off x="8746453" y="3189610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teams</a:t>
              </a:r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F6ED4041-CDD9-443D-802E-47D438790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7044FAB-DB4A-4E59-B111-8CA4168E7FA4}"/>
              </a:ext>
            </a:extLst>
          </p:cNvPr>
          <p:cNvGrpSpPr/>
          <p:nvPr/>
        </p:nvGrpSpPr>
        <p:grpSpPr>
          <a:xfrm>
            <a:off x="-1780364" y="-1"/>
            <a:ext cx="11860720" cy="6858000"/>
            <a:chOff x="-2449883" y="-1"/>
            <a:chExt cx="11860720" cy="68580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24F072A-08CC-4CC6-B5EF-C1833A244FA3}"/>
                </a:ext>
              </a:extLst>
            </p:cNvPr>
            <p:cNvSpPr/>
            <p:nvPr/>
          </p:nvSpPr>
          <p:spPr>
            <a:xfrm>
              <a:off x="-2449883" y="-1"/>
              <a:ext cx="118607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3C6C4A9-8B6A-429B-980E-26CD0C3A573E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58AC381-BFD1-4A89-AE49-8ADC853A6849}"/>
                </a:ext>
              </a:extLst>
            </p:cNvPr>
            <p:cNvSpPr txBox="1"/>
            <p:nvPr/>
          </p:nvSpPr>
          <p:spPr>
            <a:xfrm rot="16200000">
              <a:off x="7727674" y="3292725"/>
              <a:ext cx="27115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Servi</a:t>
              </a:r>
              <a:r>
                <a:rPr lang="en-US" sz="2400" b="1" i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ce</a:t>
              </a:r>
              <a:r>
                <a:rPr lang="en-US" sz="24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 and tech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9DF2E944-82FA-495B-8A5C-9BDE263553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0E31D48-090A-4A9C-AF5C-4B0C49C47C7D}"/>
              </a:ext>
            </a:extLst>
          </p:cNvPr>
          <p:cNvGrpSpPr/>
          <p:nvPr/>
        </p:nvGrpSpPr>
        <p:grpSpPr>
          <a:xfrm>
            <a:off x="-9395082" y="-1"/>
            <a:ext cx="9927504" cy="6858000"/>
            <a:chOff x="-9337032" y="-1"/>
            <a:chExt cx="9927504" cy="68580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3A79A714-CB74-4EFD-9BC1-A7F2F993842A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B006C60A-833A-41C2-A553-8132E7B3A7DB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0F8A56B9-A504-4035-8439-53ED4617B8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11FBA8A3-D6EF-42EC-AEC1-86283EED452E}"/>
              </a:ext>
            </a:extLst>
          </p:cNvPr>
          <p:cNvGrpSpPr/>
          <p:nvPr/>
        </p:nvGrpSpPr>
        <p:grpSpPr>
          <a:xfrm>
            <a:off x="1390386" y="1717392"/>
            <a:ext cx="3228100" cy="796806"/>
            <a:chOff x="764723" y="2142394"/>
            <a:chExt cx="3228100" cy="796806"/>
          </a:xfrm>
        </p:grpSpPr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40F3CBE7-0B7F-4BBC-932B-F8A1336F5066}"/>
                </a:ext>
              </a:extLst>
            </p:cNvPr>
            <p:cNvSpPr/>
            <p:nvPr/>
          </p:nvSpPr>
          <p:spPr>
            <a:xfrm>
              <a:off x="764723" y="2277144"/>
              <a:ext cx="662056" cy="662056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1F468DAE-4AE6-45BB-86E9-605BB3D413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6554" y="2408975"/>
              <a:ext cx="398394" cy="398394"/>
            </a:xfrm>
            <a:prstGeom prst="rect">
              <a:avLst/>
            </a:prstGeom>
          </p:spPr>
        </p:pic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A5766AE2-8191-4DD7-9F8B-FB3901844BFC}"/>
                </a:ext>
              </a:extLst>
            </p:cNvPr>
            <p:cNvSpPr txBox="1"/>
            <p:nvPr/>
          </p:nvSpPr>
          <p:spPr>
            <a:xfrm>
              <a:off x="1435200" y="2142394"/>
              <a:ext cx="1555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1800" b="1" dirty="0">
                  <a:latin typeface="Arial" panose="020B0604020202020204" pitchFamily="34" charset="0"/>
                </a:rPr>
                <a:t>Fusion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ED76257E-DD5D-4C31-B2AC-F76DC9199544}"/>
                </a:ext>
              </a:extLst>
            </p:cNvPr>
            <p:cNvSpPr txBox="1"/>
            <p:nvPr/>
          </p:nvSpPr>
          <p:spPr>
            <a:xfrm>
              <a:off x="1466075" y="2563605"/>
              <a:ext cx="25267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 defTabSz="121917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1200" dirty="0">
                  <a:latin typeface="Arial" panose="020B0604020202020204" pitchFamily="34" charset="0"/>
                </a:rPr>
                <a:t>Combines both results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9C5CB2E8-B3A7-4DE0-B2CC-736365263446}"/>
              </a:ext>
            </a:extLst>
          </p:cNvPr>
          <p:cNvGrpSpPr/>
          <p:nvPr/>
        </p:nvGrpSpPr>
        <p:grpSpPr>
          <a:xfrm>
            <a:off x="1390386" y="2995413"/>
            <a:ext cx="3177638" cy="829324"/>
            <a:chOff x="764723" y="3420415"/>
            <a:chExt cx="3177638" cy="829324"/>
          </a:xfrm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4CD8841C-D453-44E7-9CE2-70317BC917D2}"/>
                </a:ext>
              </a:extLst>
            </p:cNvPr>
            <p:cNvSpPr/>
            <p:nvPr/>
          </p:nvSpPr>
          <p:spPr>
            <a:xfrm>
              <a:off x="764723" y="3555165"/>
              <a:ext cx="662056" cy="662056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FF4D948F-8670-4F67-B5BD-4AC06968C522}"/>
                </a:ext>
              </a:extLst>
            </p:cNvPr>
            <p:cNvSpPr txBox="1"/>
            <p:nvPr/>
          </p:nvSpPr>
          <p:spPr>
            <a:xfrm>
              <a:off x="1435200" y="3420415"/>
              <a:ext cx="1555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Web Design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A120E0D6-EFA2-4A08-BFE2-DD70F47E6C48}"/>
                </a:ext>
              </a:extLst>
            </p:cNvPr>
            <p:cNvSpPr txBox="1"/>
            <p:nvPr/>
          </p:nvSpPr>
          <p:spPr>
            <a:xfrm>
              <a:off x="1415613" y="3788074"/>
              <a:ext cx="25267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dirty="0"/>
                <a:t>Input</a:t>
              </a:r>
              <a:r>
                <a:rPr lang="en-IN" sz="1200" dirty="0"/>
                <a:t>: Webcam + Chatbot + Recommendation</a:t>
              </a:r>
            </a:p>
          </p:txBody>
        </p:sp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CC4EB96D-DFD9-40AE-890E-7DA16AF16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748" y="3713190"/>
              <a:ext cx="346006" cy="346006"/>
            </a:xfrm>
            <a:prstGeom prst="rect">
              <a:avLst/>
            </a:prstGeom>
          </p:spPr>
        </p:pic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FAF9A856-B862-439D-AB2D-28527B3BC76B}"/>
              </a:ext>
            </a:extLst>
          </p:cNvPr>
          <p:cNvGrpSpPr/>
          <p:nvPr/>
        </p:nvGrpSpPr>
        <p:grpSpPr>
          <a:xfrm>
            <a:off x="1390386" y="4273434"/>
            <a:ext cx="3244932" cy="796806"/>
            <a:chOff x="764723" y="4698436"/>
            <a:chExt cx="3244932" cy="796806"/>
          </a:xfrm>
        </p:grpSpPr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6B8AFB94-C2E3-487E-AE72-2D519C605F72}"/>
                </a:ext>
              </a:extLst>
            </p:cNvPr>
            <p:cNvSpPr/>
            <p:nvPr/>
          </p:nvSpPr>
          <p:spPr>
            <a:xfrm>
              <a:off x="764723" y="4833186"/>
              <a:ext cx="662056" cy="66205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04E1E449-1505-4788-9575-E71478300712}"/>
                </a:ext>
              </a:extLst>
            </p:cNvPr>
            <p:cNvSpPr txBox="1"/>
            <p:nvPr/>
          </p:nvSpPr>
          <p:spPr>
            <a:xfrm>
              <a:off x="1435199" y="4698436"/>
              <a:ext cx="17904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 defTabSz="121917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1800" b="1" dirty="0">
                  <a:latin typeface="Arial" panose="020B0604020202020204" pitchFamily="34" charset="0"/>
                </a:rPr>
                <a:t>Text Analysis</a:t>
              </a:r>
              <a:r>
                <a:rPr lang="en-US" altLang="en-US" sz="1800" dirty="0">
                  <a:latin typeface="Arial" panose="020B0604020202020204" pitchFamily="34" charset="0"/>
                </a:rPr>
                <a:t>: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7EAC8E37-8B3C-4F8F-AC92-FAC65925ACC6}"/>
                </a:ext>
              </a:extLst>
            </p:cNvPr>
            <p:cNvSpPr txBox="1"/>
            <p:nvPr/>
          </p:nvSpPr>
          <p:spPr>
            <a:xfrm>
              <a:off x="1482907" y="5116395"/>
              <a:ext cx="25267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1200" dirty="0">
                  <a:latin typeface="Arial" panose="020B0604020202020204" pitchFamily="34" charset="0"/>
                </a:rPr>
                <a:t>NLP (NLTK/TextBlob)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127" name="Picture 126">
              <a:extLst>
                <a:ext uri="{FF2B5EF4-FFF2-40B4-BE49-F238E27FC236}">
                  <a16:creationId xmlns:a16="http://schemas.microsoft.com/office/drawing/2014/main" id="{8A5A61FB-CA64-4580-801C-AD3884078BF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6553" y="4977083"/>
              <a:ext cx="398396" cy="398396"/>
            </a:xfrm>
            <a:prstGeom prst="rect">
              <a:avLst/>
            </a:prstGeom>
          </p:spPr>
        </p:pic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743BC266-D040-419D-B713-FBC99952FADF}"/>
              </a:ext>
            </a:extLst>
          </p:cNvPr>
          <p:cNvGrpSpPr/>
          <p:nvPr/>
        </p:nvGrpSpPr>
        <p:grpSpPr>
          <a:xfrm>
            <a:off x="5130290" y="2995413"/>
            <a:ext cx="3235847" cy="796806"/>
            <a:chOff x="4504627" y="3420415"/>
            <a:chExt cx="3235847" cy="796806"/>
          </a:xfrm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1F70E9A6-B0EA-49B3-9490-7C7B09ACEE67}"/>
                </a:ext>
              </a:extLst>
            </p:cNvPr>
            <p:cNvSpPr/>
            <p:nvPr/>
          </p:nvSpPr>
          <p:spPr>
            <a:xfrm>
              <a:off x="4504627" y="3555165"/>
              <a:ext cx="662056" cy="662056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C1C9AE74-6ECE-4642-85A1-879B902A0C00}"/>
                </a:ext>
              </a:extLst>
            </p:cNvPr>
            <p:cNvSpPr txBox="1"/>
            <p:nvPr/>
          </p:nvSpPr>
          <p:spPr>
            <a:xfrm>
              <a:off x="5175104" y="3420415"/>
              <a:ext cx="2399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 defTabSz="121917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1800" b="1" dirty="0">
                  <a:latin typeface="Arial" panose="020B0604020202020204" pitchFamily="34" charset="0"/>
                </a:rPr>
                <a:t>Facial Recognition</a:t>
              </a:r>
              <a:r>
                <a:rPr lang="en-US" altLang="en-US" sz="1800" dirty="0">
                  <a:latin typeface="Arial" panose="020B0604020202020204" pitchFamily="34" charset="0"/>
                </a:rPr>
                <a:t>: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00EE840-57C5-45A8-AB89-BA57CE453AA8}"/>
                </a:ext>
              </a:extLst>
            </p:cNvPr>
            <p:cNvSpPr txBox="1"/>
            <p:nvPr/>
          </p:nvSpPr>
          <p:spPr>
            <a:xfrm>
              <a:off x="5213726" y="3846518"/>
              <a:ext cx="25267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1200" dirty="0">
                  <a:latin typeface="Arial" panose="020B0604020202020204" pitchFamily="34" charset="0"/>
                </a:rPr>
                <a:t>OpenCV, TensorFlow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28C55931-7730-4132-AB43-DEC401084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28037" y="3678575"/>
              <a:ext cx="415236" cy="415236"/>
            </a:xfrm>
            <a:prstGeom prst="rect">
              <a:avLst/>
            </a:prstGeom>
          </p:spPr>
        </p:pic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F0E3BF0A-B04D-4316-B447-549B31994A65}"/>
              </a:ext>
            </a:extLst>
          </p:cNvPr>
          <p:cNvGrpSpPr/>
          <p:nvPr/>
        </p:nvGrpSpPr>
        <p:grpSpPr>
          <a:xfrm>
            <a:off x="5249872" y="5534179"/>
            <a:ext cx="3197225" cy="923330"/>
            <a:chOff x="4504627" y="4698436"/>
            <a:chExt cx="3197225" cy="923330"/>
          </a:xfrm>
        </p:grpSpPr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21B892CB-2087-4B4E-9D9A-135A090D8BBA}"/>
                </a:ext>
              </a:extLst>
            </p:cNvPr>
            <p:cNvSpPr/>
            <p:nvPr/>
          </p:nvSpPr>
          <p:spPr>
            <a:xfrm>
              <a:off x="4504627" y="4833186"/>
              <a:ext cx="662056" cy="66205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2F1E812C-21E1-4AE8-8492-7C26987E24F5}"/>
                </a:ext>
              </a:extLst>
            </p:cNvPr>
            <p:cNvSpPr txBox="1"/>
            <p:nvPr/>
          </p:nvSpPr>
          <p:spPr>
            <a:xfrm>
              <a:off x="5175104" y="4698436"/>
              <a:ext cx="227959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 defTabSz="121917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1800" b="1" dirty="0">
                  <a:latin typeface="Arial" panose="020B0604020202020204" pitchFamily="34" charset="0"/>
                </a:rPr>
                <a:t>Features</a:t>
              </a:r>
              <a:r>
                <a:rPr lang="en-US" altLang="en-US" sz="1800" dirty="0">
                  <a:latin typeface="Arial" panose="020B0604020202020204" pitchFamily="34" charset="0"/>
                </a:rPr>
                <a:t>: Chatbot, Webcam, Music Player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39E48791-F83A-43C2-91A4-5459684E27A3}"/>
                </a:ext>
              </a:extLst>
            </p:cNvPr>
            <p:cNvSpPr txBox="1"/>
            <p:nvPr/>
          </p:nvSpPr>
          <p:spPr>
            <a:xfrm>
              <a:off x="5175104" y="4981190"/>
              <a:ext cx="25267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3998D37B-EE23-4400-B3FB-AE622C2B469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67162" y="4967369"/>
              <a:ext cx="336986" cy="336986"/>
            </a:xfrm>
            <a:prstGeom prst="rect">
              <a:avLst/>
            </a:prstGeom>
          </p:spPr>
        </p:pic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6A922994-56F7-4E3F-BBC4-41F24AED21E0}"/>
              </a:ext>
            </a:extLst>
          </p:cNvPr>
          <p:cNvGrpSpPr/>
          <p:nvPr/>
        </p:nvGrpSpPr>
        <p:grpSpPr>
          <a:xfrm>
            <a:off x="5130290" y="1717392"/>
            <a:ext cx="3235847" cy="796806"/>
            <a:chOff x="4504627" y="2142394"/>
            <a:chExt cx="3235847" cy="796806"/>
          </a:xfrm>
        </p:grpSpPr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4B44027A-8946-45E7-8F11-28B2EA7E8E3E}"/>
                </a:ext>
              </a:extLst>
            </p:cNvPr>
            <p:cNvSpPr/>
            <p:nvPr/>
          </p:nvSpPr>
          <p:spPr>
            <a:xfrm>
              <a:off x="4504627" y="2277144"/>
              <a:ext cx="662056" cy="662056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64EED872-529B-476D-A042-AF8799EED2BA}"/>
                </a:ext>
              </a:extLst>
            </p:cNvPr>
            <p:cNvSpPr txBox="1"/>
            <p:nvPr/>
          </p:nvSpPr>
          <p:spPr>
            <a:xfrm>
              <a:off x="5175104" y="2142394"/>
              <a:ext cx="1555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1800" b="1" dirty="0">
                  <a:latin typeface="Arial" panose="020B0604020202020204" pitchFamily="34" charset="0"/>
                </a:rPr>
                <a:t>Music Match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46E35B1E-3A73-441C-8AB0-F2D52796F64F}"/>
                </a:ext>
              </a:extLst>
            </p:cNvPr>
            <p:cNvSpPr txBox="1"/>
            <p:nvPr/>
          </p:nvSpPr>
          <p:spPr>
            <a:xfrm>
              <a:off x="5213726" y="2466013"/>
              <a:ext cx="25267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1200" dirty="0">
                  <a:latin typeface="Arial" panose="020B0604020202020204" pitchFamily="34" charset="0"/>
                </a:rPr>
                <a:t>Songs linked to emotion using tags, tempo &amp; mood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F7189829-FB67-42A0-ADC4-78F2C37FD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67162" y="2447925"/>
              <a:ext cx="320494" cy="320494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8CDC06-28FD-240F-C3E3-3C32A7AB8158}"/>
              </a:ext>
            </a:extLst>
          </p:cNvPr>
          <p:cNvGrpSpPr/>
          <p:nvPr/>
        </p:nvGrpSpPr>
        <p:grpSpPr>
          <a:xfrm>
            <a:off x="1390386" y="5499576"/>
            <a:ext cx="3177638" cy="796806"/>
            <a:chOff x="764723" y="4698436"/>
            <a:chExt cx="3177638" cy="7968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D1568B6-4FA6-5EF5-7681-7245229E019E}"/>
                </a:ext>
              </a:extLst>
            </p:cNvPr>
            <p:cNvSpPr/>
            <p:nvPr/>
          </p:nvSpPr>
          <p:spPr>
            <a:xfrm>
              <a:off x="764723" y="4833186"/>
              <a:ext cx="662056" cy="66205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A5E2497-2918-919D-E57B-5A1F49696273}"/>
                </a:ext>
              </a:extLst>
            </p:cNvPr>
            <p:cNvSpPr txBox="1"/>
            <p:nvPr/>
          </p:nvSpPr>
          <p:spPr>
            <a:xfrm>
              <a:off x="1435200" y="4698436"/>
              <a:ext cx="1555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Web Design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677F39-4AA3-8EC8-7C43-9C47A21F093B}"/>
                </a:ext>
              </a:extLst>
            </p:cNvPr>
            <p:cNvSpPr txBox="1"/>
            <p:nvPr/>
          </p:nvSpPr>
          <p:spPr>
            <a:xfrm>
              <a:off x="1415613" y="5125910"/>
              <a:ext cx="25267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 defTabSz="121917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b="1" dirty="0">
                  <a:latin typeface="Arial" panose="020B0604020202020204" pitchFamily="34" charset="0"/>
                </a:rPr>
                <a:t>Frontend</a:t>
              </a:r>
              <a:r>
                <a:rPr lang="en-US" altLang="en-US" sz="1200" dirty="0">
                  <a:latin typeface="Arial" panose="020B0604020202020204" pitchFamily="34" charset="0"/>
                </a:rPr>
                <a:t>: Flask, HTML/CSS, JS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BE7408F-99A8-41D6-12C0-98BAF4D05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6553" y="4977083"/>
              <a:ext cx="398396" cy="398396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9BDD9A4-2A3C-6D52-97D7-ED839B2BA8F1}"/>
              </a:ext>
            </a:extLst>
          </p:cNvPr>
          <p:cNvGrpSpPr/>
          <p:nvPr/>
        </p:nvGrpSpPr>
        <p:grpSpPr>
          <a:xfrm>
            <a:off x="5282690" y="4425834"/>
            <a:ext cx="3197225" cy="1011215"/>
            <a:chOff x="4504627" y="4698436"/>
            <a:chExt cx="3197225" cy="1011215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DF81053-1F12-8B8C-018E-980369C26FF9}"/>
                </a:ext>
              </a:extLst>
            </p:cNvPr>
            <p:cNvSpPr/>
            <p:nvPr/>
          </p:nvSpPr>
          <p:spPr>
            <a:xfrm>
              <a:off x="4504627" y="4833186"/>
              <a:ext cx="662056" cy="66205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1163A62-CC31-80F3-7E70-9E34F7EBAEE0}"/>
                </a:ext>
              </a:extLst>
            </p:cNvPr>
            <p:cNvSpPr txBox="1"/>
            <p:nvPr/>
          </p:nvSpPr>
          <p:spPr>
            <a:xfrm>
              <a:off x="5175104" y="4698436"/>
              <a:ext cx="21921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 defTabSz="121917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1800" b="1" dirty="0">
                  <a:latin typeface="Arial" panose="020B0604020202020204" pitchFamily="34" charset="0"/>
                </a:rPr>
                <a:t>Music Engine</a:t>
              </a:r>
              <a:endParaRPr lang="en-US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F55CF42-154E-0F6C-3D66-CC45FE8B45DD}"/>
                </a:ext>
              </a:extLst>
            </p:cNvPr>
            <p:cNvSpPr txBox="1"/>
            <p:nvPr/>
          </p:nvSpPr>
          <p:spPr>
            <a:xfrm>
              <a:off x="5175104" y="5063320"/>
              <a:ext cx="25267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1200" dirty="0">
                  <a:latin typeface="Arial" panose="020B0604020202020204" pitchFamily="34" charset="0"/>
                </a:rPr>
                <a:t>: Content-based filtering and recommending through ensemble learning.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1C3D777-9A2E-DEFA-D50C-A0D075F09A1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67162" y="4967369"/>
              <a:ext cx="336986" cy="336986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46DC68E-77FA-0D01-A630-6297D99B712B}"/>
              </a:ext>
            </a:extLst>
          </p:cNvPr>
          <p:cNvGrpSpPr/>
          <p:nvPr/>
        </p:nvGrpSpPr>
        <p:grpSpPr>
          <a:xfrm>
            <a:off x="1390386" y="307092"/>
            <a:ext cx="3197224" cy="877647"/>
            <a:chOff x="764723" y="2142394"/>
            <a:chExt cx="3197224" cy="877647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6ACF977-DF43-9C50-0DE2-DB0C8D985683}"/>
                </a:ext>
              </a:extLst>
            </p:cNvPr>
            <p:cNvSpPr/>
            <p:nvPr/>
          </p:nvSpPr>
          <p:spPr>
            <a:xfrm>
              <a:off x="764723" y="2277144"/>
              <a:ext cx="662056" cy="662056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C4EC2DD2-F047-A2B4-12B9-36ACC543D0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6554" y="2408975"/>
              <a:ext cx="398394" cy="398394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8CFC9F4-19CA-84A0-F87C-287C1F574AA0}"/>
                </a:ext>
              </a:extLst>
            </p:cNvPr>
            <p:cNvSpPr txBox="1"/>
            <p:nvPr/>
          </p:nvSpPr>
          <p:spPr>
            <a:xfrm>
              <a:off x="1435199" y="2142394"/>
              <a:ext cx="21459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1800" b="1" dirty="0">
                  <a:latin typeface="Arial" panose="020B0604020202020204" pitchFamily="34" charset="0"/>
                </a:rPr>
                <a:t>Face Emotion</a:t>
              </a:r>
              <a:r>
                <a:rPr lang="en-US" altLang="en-US" sz="1800" dirty="0">
                  <a:latin typeface="Arial" panose="020B0604020202020204" pitchFamily="34" charset="0"/>
                </a:rPr>
                <a:t>: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AA6E82F-EAD7-2763-5B98-E833FBE6A194}"/>
                </a:ext>
              </a:extLst>
            </p:cNvPr>
            <p:cNvSpPr txBox="1"/>
            <p:nvPr/>
          </p:nvSpPr>
          <p:spPr>
            <a:xfrm>
              <a:off x="1435199" y="2558376"/>
              <a:ext cx="25267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 defTabSz="121917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1200" dirty="0">
                  <a:latin typeface="Arial" panose="020B0604020202020204" pitchFamily="34" charset="0"/>
                </a:rPr>
                <a:t>Real-time Emotion Using Deepface.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76410F8-09F9-531B-F3A0-1F78DFCAF982}"/>
              </a:ext>
            </a:extLst>
          </p:cNvPr>
          <p:cNvGrpSpPr/>
          <p:nvPr/>
        </p:nvGrpSpPr>
        <p:grpSpPr>
          <a:xfrm>
            <a:off x="5130290" y="307092"/>
            <a:ext cx="3268819" cy="1059584"/>
            <a:chOff x="4504627" y="2142394"/>
            <a:chExt cx="3268819" cy="1059584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973D547-28EA-B648-63BC-77A0177E256F}"/>
                </a:ext>
              </a:extLst>
            </p:cNvPr>
            <p:cNvSpPr/>
            <p:nvPr/>
          </p:nvSpPr>
          <p:spPr>
            <a:xfrm>
              <a:off x="4504627" y="2277144"/>
              <a:ext cx="662056" cy="662056"/>
            </a:xfrm>
            <a:prstGeom prst="ellipse">
              <a:avLst/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42DFB83-48DE-A665-512E-DEDBBF28B96F}"/>
                </a:ext>
              </a:extLst>
            </p:cNvPr>
            <p:cNvSpPr txBox="1"/>
            <p:nvPr/>
          </p:nvSpPr>
          <p:spPr>
            <a:xfrm>
              <a:off x="5175103" y="2142394"/>
              <a:ext cx="19987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1800" b="1" dirty="0">
                  <a:latin typeface="Arial" panose="020B0604020202020204" pitchFamily="34" charset="0"/>
                </a:rPr>
                <a:t>Chat Emotion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CE6C8EA-21F7-532C-9210-2851C31FEBBF}"/>
                </a:ext>
              </a:extLst>
            </p:cNvPr>
            <p:cNvSpPr txBox="1"/>
            <p:nvPr/>
          </p:nvSpPr>
          <p:spPr>
            <a:xfrm>
              <a:off x="5246698" y="2555647"/>
              <a:ext cx="25267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 defTabSz="121917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1200" dirty="0">
                  <a:latin typeface="Arial" panose="020B0604020202020204" pitchFamily="34" charset="0"/>
                </a:rPr>
                <a:t>Text-based NLP detection and using models for sentiment analysis.</a:t>
              </a: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77369100-F7C0-2D4A-AF6E-E6EEB339E7B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67162" y="2447925"/>
              <a:ext cx="320494" cy="320494"/>
            </a:xfrm>
            <a:prstGeom prst="rect">
              <a:avLst/>
            </a:prstGeom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FE80969E-C575-5D56-679A-DBF661644B88}"/>
              </a:ext>
            </a:extLst>
          </p:cNvPr>
          <p:cNvSpPr txBox="1"/>
          <p:nvPr/>
        </p:nvSpPr>
        <p:spPr>
          <a:xfrm rot="16200000">
            <a:off x="-1125253" y="3266600"/>
            <a:ext cx="2906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0EEF0"/>
                </a:solidFill>
                <a:latin typeface="Tw Cen MT" panose="020B0602020104020603" pitchFamily="34" charset="0"/>
              </a:rPr>
              <a:t>Results and demo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57959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9240">
        <p159:morph option="byObject"/>
      </p:transition>
    </mc:Choice>
    <mc:Fallback xmlns="">
      <p:transition spd="med" advTm="924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500"/>
                            </p:stCondLst>
                            <p:childTnLst>
                              <p:par>
                                <p:cTn id="54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10781169-B7A4-446E-BD33-B9650367A7F9}"/>
              </a:ext>
            </a:extLst>
          </p:cNvPr>
          <p:cNvGrpSpPr/>
          <p:nvPr/>
        </p:nvGrpSpPr>
        <p:grpSpPr>
          <a:xfrm>
            <a:off x="-290920" y="0"/>
            <a:ext cx="12482920" cy="6858000"/>
            <a:chOff x="-290920" y="0"/>
            <a:chExt cx="12482920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ED3AF08-30FC-4AFF-9C5C-99D0A7099514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9AF1FBA-9557-484A-B305-EE590A192E96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07E3AA2-679E-4924-AC1B-FE6C3A02C251}"/>
                </a:ext>
              </a:extLst>
            </p:cNvPr>
            <p:cNvSpPr txBox="1"/>
            <p:nvPr/>
          </p:nvSpPr>
          <p:spPr>
            <a:xfrm rot="16200000">
              <a:off x="10872792" y="3194734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Problem</a:t>
              </a: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CD9846FC-755F-4A0E-BAD3-A5D51C0E1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00A67C9-4929-4EFF-9CB6-292640CD2738}"/>
              </a:ext>
            </a:extLst>
          </p:cNvPr>
          <p:cNvGrpSpPr/>
          <p:nvPr/>
        </p:nvGrpSpPr>
        <p:grpSpPr>
          <a:xfrm>
            <a:off x="226788" y="-2"/>
            <a:ext cx="11518497" cy="6858000"/>
            <a:chOff x="213096" y="0"/>
            <a:chExt cx="11518497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E8CDB02-4760-4298-BC44-93A18EB02F13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7C0FD50-5E69-463E-A01B-65E9D864A386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4CBFB1D-37FD-419F-B98C-860BF5217905}"/>
                </a:ext>
              </a:extLst>
            </p:cNvPr>
            <p:cNvSpPr txBox="1"/>
            <p:nvPr/>
          </p:nvSpPr>
          <p:spPr>
            <a:xfrm rot="16200000">
              <a:off x="10187754" y="3234949"/>
              <a:ext cx="24413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Objectives</a:t>
              </a: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60B383F7-52C5-4FB7-AEC3-35A48D735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F7667A6-1C16-4F0A-A162-61BD16E6BE6B}"/>
              </a:ext>
            </a:extLst>
          </p:cNvPr>
          <p:cNvGrpSpPr/>
          <p:nvPr/>
        </p:nvGrpSpPr>
        <p:grpSpPr>
          <a:xfrm>
            <a:off x="1184133" y="0"/>
            <a:ext cx="9961092" cy="6858000"/>
            <a:chOff x="491575" y="0"/>
            <a:chExt cx="9961092" cy="68580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E8C29A9-4AAB-442C-A7A4-40DCCE0A9694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1520FE7-5699-4290-9C3C-51E0C60ECC6B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FD50D6F-822B-4109-8B0C-BA004A0B7145}"/>
                </a:ext>
              </a:extLst>
            </p:cNvPr>
            <p:cNvSpPr txBox="1"/>
            <p:nvPr/>
          </p:nvSpPr>
          <p:spPr>
            <a:xfrm rot="16200000">
              <a:off x="9117129" y="3189611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timeline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0376C61F-147B-441E-B32E-45D5BC1B6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E70D3F9-D583-4ACD-8480-0F4A65ED3C83}"/>
              </a:ext>
            </a:extLst>
          </p:cNvPr>
          <p:cNvGrpSpPr/>
          <p:nvPr/>
        </p:nvGrpSpPr>
        <p:grpSpPr>
          <a:xfrm>
            <a:off x="1049062" y="0"/>
            <a:ext cx="9574094" cy="6858000"/>
            <a:chOff x="491575" y="0"/>
            <a:chExt cx="9574094" cy="685800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321108FC-08B5-45CC-AB47-1104119B25FD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96A47C8C-7F88-484E-817B-572BEDC2BC69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3DB5570-AC77-4396-9748-4183DF7C8396}"/>
                </a:ext>
              </a:extLst>
            </p:cNvPr>
            <p:cNvSpPr txBox="1"/>
            <p:nvPr/>
          </p:nvSpPr>
          <p:spPr>
            <a:xfrm rot="16200000">
              <a:off x="8746453" y="3189610"/>
              <a:ext cx="1992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teams</a:t>
              </a:r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F6ED4041-CDD9-443D-802E-47D438790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7044FAB-DB4A-4E59-B111-8CA4168E7FA4}"/>
              </a:ext>
            </a:extLst>
          </p:cNvPr>
          <p:cNvGrpSpPr/>
          <p:nvPr/>
        </p:nvGrpSpPr>
        <p:grpSpPr>
          <a:xfrm>
            <a:off x="-1768164" y="-13107"/>
            <a:ext cx="11860720" cy="6858000"/>
            <a:chOff x="-2449883" y="-1"/>
            <a:chExt cx="11860720" cy="68580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24F072A-08CC-4CC6-B5EF-C1833A244FA3}"/>
                </a:ext>
              </a:extLst>
            </p:cNvPr>
            <p:cNvSpPr/>
            <p:nvPr/>
          </p:nvSpPr>
          <p:spPr>
            <a:xfrm>
              <a:off x="-2449883" y="-1"/>
              <a:ext cx="118607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3C6C4A9-8B6A-429B-980E-26CD0C3A573E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58AC381-BFD1-4A89-AE49-8ADC853A6849}"/>
                </a:ext>
              </a:extLst>
            </p:cNvPr>
            <p:cNvSpPr txBox="1"/>
            <p:nvPr/>
          </p:nvSpPr>
          <p:spPr>
            <a:xfrm rot="16200000">
              <a:off x="7356753" y="3281938"/>
              <a:ext cx="35015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Servi</a:t>
              </a:r>
              <a:r>
                <a:rPr lang="en-US" sz="2400" b="1" i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ce</a:t>
              </a:r>
              <a:r>
                <a:rPr lang="en-US" sz="24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 and tech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9DF2E944-82FA-495B-8A5C-9BDE263553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7A792EE-2433-4D86-A7D5-1FB0D3F9E4D8}"/>
              </a:ext>
            </a:extLst>
          </p:cNvPr>
          <p:cNvGrpSpPr/>
          <p:nvPr/>
        </p:nvGrpSpPr>
        <p:grpSpPr>
          <a:xfrm>
            <a:off x="8573219" y="6044292"/>
            <a:ext cx="625299" cy="624136"/>
            <a:chOff x="6403225" y="2209800"/>
            <a:chExt cx="2090058" cy="2090058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5A516301-84E4-4DC6-A056-8024955CA570}"/>
                </a:ext>
              </a:extLst>
            </p:cNvPr>
            <p:cNvSpPr/>
            <p:nvPr/>
          </p:nvSpPr>
          <p:spPr>
            <a:xfrm>
              <a:off x="6403225" y="2209800"/>
              <a:ext cx="2090058" cy="2090058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C90A6E8F-8715-4A45-8091-41BC89D620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13245" y="2611063"/>
              <a:ext cx="1287532" cy="1287532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81CAD7B-D8C7-4ACB-BAAD-C11ECF75DF45}"/>
              </a:ext>
            </a:extLst>
          </p:cNvPr>
          <p:cNvGrpSpPr/>
          <p:nvPr/>
        </p:nvGrpSpPr>
        <p:grpSpPr>
          <a:xfrm>
            <a:off x="7702724" y="6044292"/>
            <a:ext cx="656597" cy="641263"/>
            <a:chOff x="1103085" y="2209800"/>
            <a:chExt cx="2090058" cy="2090058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64BCF60-284B-4512-A374-E284A563EFB1}"/>
                </a:ext>
              </a:extLst>
            </p:cNvPr>
            <p:cNvSpPr/>
            <p:nvPr/>
          </p:nvSpPr>
          <p:spPr>
            <a:xfrm>
              <a:off x="1103085" y="2209800"/>
              <a:ext cx="2090058" cy="2090058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D88307B7-2C0C-4003-9659-402583C1B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04348" y="2611063"/>
              <a:ext cx="1287532" cy="1287532"/>
            </a:xfrm>
            <a:prstGeom prst="rect">
              <a:avLst/>
            </a:prstGeom>
          </p:spPr>
        </p:pic>
      </p:grpSp>
      <p:sp>
        <p:nvSpPr>
          <p:cNvPr id="2" name="PlaceHolder 1">
            <a:extLst>
              <a:ext uri="{FF2B5EF4-FFF2-40B4-BE49-F238E27FC236}">
                <a16:creationId xmlns:a16="http://schemas.microsoft.com/office/drawing/2014/main" id="{FA796F30-11C7-5BD8-120B-453487C04A40}"/>
              </a:ext>
            </a:extLst>
          </p:cNvPr>
          <p:cNvSpPr txBox="1">
            <a:spLocks/>
          </p:cNvSpPr>
          <p:nvPr/>
        </p:nvSpPr>
        <p:spPr>
          <a:xfrm>
            <a:off x="-2590181" y="1330843"/>
            <a:ext cx="5377543" cy="1282595"/>
          </a:xfrm>
          <a:prstGeom prst="rect">
            <a:avLst/>
          </a:prstGeom>
          <a:noFill/>
          <a:ln w="0">
            <a:noFill/>
          </a:ln>
        </p:spPr>
        <p:txBody>
          <a:bodyPr lIns="121920" tIns="121920" rIns="121920" bIns="12192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IN" sz="3200" b="1" u="sng"/>
              <a:t>Results &amp; Demo</a:t>
            </a:r>
            <a:endParaRPr lang="fr-FR" sz="3200" b="1" u="sng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8" name="PlaceHolder 2">
            <a:extLst>
              <a:ext uri="{FF2B5EF4-FFF2-40B4-BE49-F238E27FC236}">
                <a16:creationId xmlns:a16="http://schemas.microsoft.com/office/drawing/2014/main" id="{AAFF3425-6966-DDC4-4C1B-E387C025E30D}"/>
              </a:ext>
            </a:extLst>
          </p:cNvPr>
          <p:cNvSpPr txBox="1">
            <a:spLocks/>
          </p:cNvSpPr>
          <p:nvPr/>
        </p:nvSpPr>
        <p:spPr>
          <a:xfrm>
            <a:off x="675055" y="2397436"/>
            <a:ext cx="8631771" cy="3363324"/>
          </a:xfrm>
          <a:prstGeom prst="rect">
            <a:avLst/>
          </a:prstGeom>
          <a:noFill/>
          <a:ln w="0">
            <a:noFill/>
          </a:ln>
        </p:spPr>
        <p:txBody>
          <a:bodyPr lIns="121920" tIns="121920" rIns="121920" bIns="1219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endParaRPr lang="en-IN" sz="1867" b="1" dirty="0"/>
          </a:p>
          <a:p>
            <a:r>
              <a:rPr lang="en-IN" sz="1867" b="1" dirty="0"/>
              <a:t>User Experience</a:t>
            </a:r>
            <a:r>
              <a:rPr lang="en-IN" sz="1867" dirty="0"/>
              <a:t>: Seamless and engaging</a:t>
            </a:r>
          </a:p>
          <a:p>
            <a:r>
              <a:rPr lang="en-IN" sz="1867" b="1" dirty="0"/>
              <a:t>Demo Includes</a:t>
            </a:r>
            <a:r>
              <a:rPr lang="en-IN" sz="1867" dirty="0"/>
              <a:t>:</a:t>
            </a:r>
            <a:br>
              <a:rPr lang="en-IN" sz="1867" dirty="0"/>
            </a:br>
            <a:r>
              <a:rPr lang="en-IN" sz="1867" dirty="0"/>
              <a:t>✅ Emotion detection in real-time</a:t>
            </a:r>
            <a:br>
              <a:rPr lang="en-IN" sz="1867" dirty="0"/>
            </a:br>
            <a:r>
              <a:rPr lang="en-IN" sz="1867" dirty="0"/>
              <a:t>✅ Live chatbot</a:t>
            </a:r>
            <a:br>
              <a:rPr lang="en-IN" sz="1867" dirty="0"/>
            </a:br>
            <a:r>
              <a:rPr lang="en-IN" sz="1867" dirty="0"/>
              <a:t>✅ Auto music suggestions</a:t>
            </a:r>
          </a:p>
          <a:p>
            <a:pPr indent="0" algn="ctr">
              <a:buFont typeface="Arial" panose="020B0604020202020204" pitchFamily="34" charset="0"/>
              <a:buNone/>
            </a:pPr>
            <a:endParaRPr lang="en-US" sz="2400" spc="-1" dirty="0">
              <a:solidFill>
                <a:schemeClr val="dk1"/>
              </a:solidFill>
              <a:latin typeface="Cabin"/>
              <a:ea typeface="Cabin"/>
            </a:endParaRPr>
          </a:p>
        </p:txBody>
      </p:sp>
      <p:cxnSp>
        <p:nvCxnSpPr>
          <p:cNvPr id="9" name="Google Shape;333;p34">
            <a:extLst>
              <a:ext uri="{FF2B5EF4-FFF2-40B4-BE49-F238E27FC236}">
                <a16:creationId xmlns:a16="http://schemas.microsoft.com/office/drawing/2014/main" id="{69CD058A-4D3D-4B7B-78FD-A361A882DFC7}"/>
              </a:ext>
            </a:extLst>
          </p:cNvPr>
          <p:cNvCxnSpPr/>
          <p:nvPr/>
        </p:nvCxnSpPr>
        <p:spPr>
          <a:xfrm>
            <a:off x="-1675420" y="1505700"/>
            <a:ext cx="10514880" cy="480"/>
          </a:xfrm>
          <a:prstGeom prst="straightConnector1">
            <a:avLst/>
          </a:prstGeom>
          <a:ln w="9525">
            <a:solidFill>
              <a:srgbClr val="111111"/>
            </a:solidFill>
            <a:round/>
          </a:ln>
        </p:spPr>
      </p:cxnSp>
      <p:cxnSp>
        <p:nvCxnSpPr>
          <p:cNvPr id="11" name="Google Shape;334;p34">
            <a:extLst>
              <a:ext uri="{FF2B5EF4-FFF2-40B4-BE49-F238E27FC236}">
                <a16:creationId xmlns:a16="http://schemas.microsoft.com/office/drawing/2014/main" id="{F38A7916-8CD8-14B0-48EE-BDB16919946D}"/>
              </a:ext>
            </a:extLst>
          </p:cNvPr>
          <p:cNvCxnSpPr/>
          <p:nvPr/>
        </p:nvCxnSpPr>
        <p:spPr>
          <a:xfrm>
            <a:off x="-1675420" y="1721220"/>
            <a:ext cx="10514880" cy="480"/>
          </a:xfrm>
          <a:prstGeom prst="straightConnector1">
            <a:avLst/>
          </a:prstGeom>
          <a:ln w="9525">
            <a:solidFill>
              <a:srgbClr val="111111"/>
            </a:solidFill>
            <a:round/>
          </a:ln>
        </p:spPr>
      </p:cxnSp>
      <p:grpSp>
        <p:nvGrpSpPr>
          <p:cNvPr id="12" name="Google Shape;340;p35">
            <a:extLst>
              <a:ext uri="{FF2B5EF4-FFF2-40B4-BE49-F238E27FC236}">
                <a16:creationId xmlns:a16="http://schemas.microsoft.com/office/drawing/2014/main" id="{0D036D77-3BEC-955D-A551-28658880197D}"/>
              </a:ext>
            </a:extLst>
          </p:cNvPr>
          <p:cNvGrpSpPr/>
          <p:nvPr/>
        </p:nvGrpSpPr>
        <p:grpSpPr>
          <a:xfrm>
            <a:off x="5356220" y="1899197"/>
            <a:ext cx="3082080" cy="353280"/>
            <a:chOff x="5959800" y="1292400"/>
            <a:chExt cx="2311560" cy="264960"/>
          </a:xfrm>
        </p:grpSpPr>
        <p:sp>
          <p:nvSpPr>
            <p:cNvPr id="13" name="Google Shape;341;p35">
              <a:extLst>
                <a:ext uri="{FF2B5EF4-FFF2-40B4-BE49-F238E27FC236}">
                  <a16:creationId xmlns:a16="http://schemas.microsoft.com/office/drawing/2014/main" id="{C726F4B1-F705-489D-C432-A72F51E97478}"/>
                </a:ext>
              </a:extLst>
            </p:cNvPr>
            <p:cNvSpPr/>
            <p:nvPr/>
          </p:nvSpPr>
          <p:spPr>
            <a:xfrm>
              <a:off x="5959800" y="1292400"/>
              <a:ext cx="2311560" cy="26496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1920" bIns="12192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14" name="Google Shape;342;p35">
              <a:extLst>
                <a:ext uri="{FF2B5EF4-FFF2-40B4-BE49-F238E27FC236}">
                  <a16:creationId xmlns:a16="http://schemas.microsoft.com/office/drawing/2014/main" id="{94B261CD-3CB9-2E8C-D1A8-F5E0DF261AA9}"/>
                </a:ext>
              </a:extLst>
            </p:cNvPr>
            <p:cNvSpPr/>
            <p:nvPr/>
          </p:nvSpPr>
          <p:spPr>
            <a:xfrm>
              <a:off x="6043680" y="1356120"/>
              <a:ext cx="137520" cy="13752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0" bIns="6480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" name="Google Shape;343;p35">
              <a:extLst>
                <a:ext uri="{FF2B5EF4-FFF2-40B4-BE49-F238E27FC236}">
                  <a16:creationId xmlns:a16="http://schemas.microsoft.com/office/drawing/2014/main" id="{38FEA18A-53E4-2A55-BBC0-539B356C9D22}"/>
                </a:ext>
              </a:extLst>
            </p:cNvPr>
            <p:cNvSpPr/>
            <p:nvPr/>
          </p:nvSpPr>
          <p:spPr>
            <a:xfrm>
              <a:off x="6242040" y="1356120"/>
              <a:ext cx="137520" cy="13752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0" bIns="6480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" name="Google Shape;344;p35">
              <a:extLst>
                <a:ext uri="{FF2B5EF4-FFF2-40B4-BE49-F238E27FC236}">
                  <a16:creationId xmlns:a16="http://schemas.microsoft.com/office/drawing/2014/main" id="{66240F07-EE93-CA55-B404-7D83A2B46FAB}"/>
                </a:ext>
              </a:extLst>
            </p:cNvPr>
            <p:cNvSpPr/>
            <p:nvPr/>
          </p:nvSpPr>
          <p:spPr>
            <a:xfrm>
              <a:off x="6440400" y="1356120"/>
              <a:ext cx="137520" cy="13752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0" bIns="64800" anchor="ctr">
              <a:noAutofit/>
            </a:bodyPr>
            <a:lstStyle/>
            <a:p>
              <a:pPr defTabSz="1219170">
                <a:tabLst>
                  <a:tab pos="0" algn="l"/>
                </a:tabLst>
              </a:pPr>
              <a:endParaRPr lang="en-US" sz="2400" spc="-1">
                <a:solidFill>
                  <a:srgbClr val="000000"/>
                </a:solidFill>
                <a:latin typeface="OpenSymbol"/>
              </a:endParaRP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61055454-0A66-98D2-44A6-A6EC4EE7D96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6220" y="2252478"/>
            <a:ext cx="3082080" cy="302335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272394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3773">
        <p159:morph option="byObject"/>
      </p:transition>
    </mc:Choice>
    <mc:Fallback xmlns="">
      <p:transition spd="med" advTm="377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5E2F98D-F268-C536-979C-D63B0B8FEDC7}"/>
              </a:ext>
            </a:extLst>
          </p:cNvPr>
          <p:cNvSpPr txBox="1"/>
          <p:nvPr/>
        </p:nvSpPr>
        <p:spPr>
          <a:xfrm>
            <a:off x="1710611" y="216008"/>
            <a:ext cx="10353869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800" b="1" dirty="0"/>
              <a:t>                Thank You!</a:t>
            </a:r>
          </a:p>
        </p:txBody>
      </p:sp>
    </p:spTree>
    <p:extLst>
      <p:ext uri="{BB962C8B-B14F-4D97-AF65-F5344CB8AC3E}">
        <p14:creationId xmlns:p14="http://schemas.microsoft.com/office/powerpoint/2010/main" val="842572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3"/>
    </mc:Choice>
    <mc:Fallback xmlns="">
      <p:transition spd="slow" advTm="783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|5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</TotalTime>
  <Words>381</Words>
  <Application>Microsoft Office PowerPoint</Application>
  <PresentationFormat>Widescreen</PresentationFormat>
  <Paragraphs>111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Cabin</vt:lpstr>
      <vt:lpstr>Calibri</vt:lpstr>
      <vt:lpstr>Calibri Light</vt:lpstr>
      <vt:lpstr>Inter Black</vt:lpstr>
      <vt:lpstr>OpenSymbol</vt:lpstr>
      <vt:lpstr>Tw Cen MT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Zähringer</dc:creator>
  <cp:lastModifiedBy>pallav sharma</cp:lastModifiedBy>
  <cp:revision>25</cp:revision>
  <dcterms:created xsi:type="dcterms:W3CDTF">2017-01-05T13:17:27Z</dcterms:created>
  <dcterms:modified xsi:type="dcterms:W3CDTF">2025-11-21T06:14:52Z</dcterms:modified>
</cp:coreProperties>
</file>